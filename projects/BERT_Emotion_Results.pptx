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1F5F9"/>
                </a:solidFill>
              </a:defRPr>
            </a:pPr>
            <a:r>
              <a:t>Multi-Label Emotion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18CF8"/>
                </a:solidFill>
              </a:defRPr>
            </a:pPr>
            <a:r>
              <a:t>Fine-Tuning BERT with PyTorch Lightning &amp;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PyTorch  •  Lightning  •  Weights &amp; Biases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Project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The Challenge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Goal: Detect complex, overlapping emotions in text.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Input: Raw Reddit comments.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Output: Probabilities for 5 distinct emotions.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Type: Multi-Label Classification (Not Binary).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818CF8"/>
                </a:solidFill>
                <a:latin typeface="Arial"/>
              </a:defRPr>
            </a:pPr>
            <a:r>
              <a:t>The Dataset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Source: GoEmotions (58k comments)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Target Classes: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1. Joy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2. Sadness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3. Anger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4. Fear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5. Neutral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Baseline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Transfer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Backbone: bert-base-uncased (12 Layers)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Strategy: Unfrozen layers for full adaptation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Pooling: [CLS] token representation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Head: Linear Projection (768 -&gt; 5)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Activation: Sigmoid (Independent probabilities)</a:t>
            </a:r>
          </a:p>
          <a:p>
            <a:pPr>
              <a:spcAft>
                <a:spcPts val="1400"/>
              </a:spcAft>
              <a:defRPr sz="1800">
                <a:solidFill>
                  <a:srgbClr val="94A3B8"/>
                </a:solidFill>
              </a:defRPr>
            </a:pPr>
            <a:r>
              <a:t>• Loss: BCEWithLogitsLoss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45920"/>
            <a:ext cx="6217920" cy="4114800"/>
          </a:xfrm>
          <a:prstGeom prst="rect">
            <a:avLst/>
          </a:prstGeom>
          <a:solidFill>
            <a:srgbClr val="141414"/>
          </a:solidFill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PLACEHOLDER:</a:t>
            </a:r>
          </a:p>
          <a:p>
            <a:r>
              <a:t>Insert Architecture Diagram Here</a:t>
            </a:r>
          </a:p>
          <a:p>
            <a:r>
              <a:t>(Input -&gt; BERT -&gt; Dropout -&gt; Linear -&gt; Sigmoid)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Data Pipeline &amp; EDA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41414"/>
          </a:solidFill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PLACEHOLDER:</a:t>
            </a:r>
          </a:p>
          <a:p>
            <a:r>
              <a:t>Insert Text Length Histogram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18CF8"/>
                </a:solidFill>
                <a:latin typeface="Arial"/>
              </a:defRPr>
            </a:pPr>
            <a:r>
              <a:t>Preprocessing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Analysis Findings: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- Avg Length: 13 words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- 95th Percentile: 24 words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- Max Length: 33 words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Configuration: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- max_length = 48 (Covers 100% of data)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- Reduced memory usage by ~90% vs default 512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Training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Framework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PyTorch Lightning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Handles loops, device placement, &amp; checkpointing.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Optimizer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AdamW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Decoupled weight decay for better transformer generalization.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Scheduler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ReduceLROnPlateau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Monitors Val Loss. Halves LR if stagnant for 2 epochs.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Tuning with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Arial"/>
              </a:defRPr>
            </a:pPr>
            <a:r>
              <a:t>Bayesian Search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Learning Rate: [1e-5, 5e-5]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Dropout: [0.1, 0.5]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Batch Size: [16, 32, 64]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Optimization Metric: Validation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371600"/>
            <a:ext cx="5943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818CF8"/>
                </a:solidFill>
                <a:latin typeface="Arial"/>
              </a:defRPr>
            </a:pPr>
            <a:r>
              <a:t>🏆 Winning Config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Learning Rate: 1.15e-5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(Lower than default, ensures stability)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Dropout: 0.11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(Low regularization needed)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Batch Size: 32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(Optimal noise/speed balance)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Training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858000" cy="4114800"/>
          </a:xfrm>
          <a:prstGeom prst="rect">
            <a:avLst/>
          </a:prstGeom>
          <a:solidFill>
            <a:srgbClr val="141414"/>
          </a:solidFill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PLACEHOLDER:</a:t>
            </a:r>
          </a:p>
          <a:p>
            <a:r>
              <a:t>Insert W&amp;B Loss Curve Here</a:t>
            </a:r>
          </a:p>
          <a:p>
            <a:r>
              <a:t>(Showing convergence at epoch 2-3)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Fast Convergence: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Model learned primary features within 2 epochs.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Early Stopping: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Triggered after 3 epochs of no improvement.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Final Val Loss: 0.1996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Test Set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743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65.1%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Exact Match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286000"/>
            <a:ext cx="2743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92.6%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Hamming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286000"/>
            <a:ext cx="2743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54.3%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Precision (Macro)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286000"/>
            <a:ext cx="2743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0.36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F1-Score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18CF8"/>
                </a:solidFill>
                <a:latin typeface="Arial"/>
              </a:defRPr>
            </a:pPr>
            <a:r>
              <a:t>Key Insight: High Hamming vs. Low F1 indicates class imbalance. The model is biased towards the majority class (Neutral/Joy) and misses minority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Error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F87171"/>
                </a:solidFill>
                <a:latin typeface="Arial"/>
              </a:defRPr>
            </a:pPr>
            <a:r>
              <a:t>Failure Case 1: Intensity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Input: 'I feel very happy today'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True: Joy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Pred: Sadness (0.24)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t>Diagnosis: Flat probabilities. The model failed to trigger the 'Joy' neuron strongly enough (&gt;0.5).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F87171"/>
                </a:solidFill>
                <a:latin typeface="Arial"/>
              </a:defRPr>
            </a:pPr>
            <a:r>
              <a:t>Failure Case 2: Structure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Input: 'I got scolded by teacher'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True: Sadness/Fear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Pred: Joy (0.26)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t>Diagnosis: Context inversion. 'Scolded' is negative, but model output Joy, suggesting insufficient negative samples.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Current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Class Imbalance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Dataset skewed to 'Neutral'.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Model ignores minority classes.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Context Nuance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Struggles with subtle negations.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Captures keywords but misses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286000"/>
            <a:ext cx="36576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Flat Probabilities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Confidence scores often &lt; 0.3.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Standard 0.5 threshold is too high.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1. Data &amp; Training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Weighted Loss: Use pos_weight in BCE loss to penalize missing minority classes.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Dynamic Thresholding: Tune thresholds per class (e.g., Fear &gt; 0.2) instead of global 0.5.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2000" b="1">
                <a:solidFill>
                  <a:srgbClr val="818CF8"/>
                </a:solidFill>
                <a:latin typeface="Arial"/>
              </a:defRPr>
            </a:pPr>
            <a:r>
              <a:t>2.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Model Upgrades: Switch to RoBERTa (better pre-training methodology).</a:t>
            </a: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1F5F9"/>
                </a:solidFill>
              </a:defRPr>
            </a:pPr>
            <a:r>
              <a:t>Layer Freezing: Train head first, then unfreeze backbone to preserve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1F5F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Baseline established with 92% Hamming accuracy. Immediate next steps: Class Balancing and Threshold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