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notesMasterIdLst>
    <p:notesMasterId r:id="rId17"/>
  </p:notesMasterIdLst>
  <p:sldIdLst>
    <p:sldId id="256" r:id="rId5"/>
    <p:sldId id="257" r:id="rId6"/>
    <p:sldId id="270" r:id="rId7"/>
    <p:sldId id="271" r:id="rId8"/>
    <p:sldId id="272" r:id="rId9"/>
    <p:sldId id="273" r:id="rId10"/>
    <p:sldId id="274" r:id="rId11"/>
    <p:sldId id="276" r:id="rId12"/>
    <p:sldId id="277" r:id="rId13"/>
    <p:sldId id="279" r:id="rId14"/>
    <p:sldId id="265"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BD8A"/>
    <a:srgbClr val="6EA095"/>
    <a:srgbClr val="266725"/>
    <a:srgbClr val="007096"/>
    <a:srgbClr val="419E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7E6308-52FE-AB47-8A0C-A235718C6300}" v="209" dt="2024-07-25T17:50:53.241"/>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99"/>
    <p:restoredTop sz="94650"/>
  </p:normalViewPr>
  <p:slideViewPr>
    <p:cSldViewPr snapToGrid="0">
      <p:cViewPr varScale="1">
        <p:scale>
          <a:sx n="108" d="100"/>
          <a:sy n="108" d="100"/>
        </p:scale>
        <p:origin x="224" y="44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C332B-7BBC-F340-969A-CE9BBEF35095}"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11742-AE36-EC4A-BC7A-F4F5A3B8117D}" type="slidenum">
              <a:rPr lang="en-US" smtClean="0"/>
              <a:t>‹#›</a:t>
            </a:fld>
            <a:endParaRPr lang="en-US"/>
          </a:p>
        </p:txBody>
      </p:sp>
    </p:spTree>
    <p:extLst>
      <p:ext uri="{BB962C8B-B14F-4D97-AF65-F5344CB8AC3E}">
        <p14:creationId xmlns:p14="http://schemas.microsoft.com/office/powerpoint/2010/main" val="622624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BE11742-AE36-EC4A-BC7A-F4F5A3B8117D}" type="slidenum">
              <a:rPr lang="en-US" smtClean="0"/>
              <a:t>2</a:t>
            </a:fld>
            <a:endParaRPr lang="en-US"/>
          </a:p>
        </p:txBody>
      </p:sp>
    </p:spTree>
    <p:extLst>
      <p:ext uri="{BB962C8B-B14F-4D97-AF65-F5344CB8AC3E}">
        <p14:creationId xmlns:p14="http://schemas.microsoft.com/office/powerpoint/2010/main" val="2978569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BC384-9802-A70D-BDA6-5E05E48A1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5438F-8F10-4697-2748-006739F34F9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EA793E5-B17F-B9D9-B357-59CE15B77D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957A62-028F-2FC8-175A-9523500E505A}"/>
              </a:ext>
            </a:extLst>
          </p:cNvPr>
          <p:cNvSpPr>
            <a:spLocks noGrp="1"/>
          </p:cNvSpPr>
          <p:nvPr>
            <p:ph type="sldNum" sz="quarter" idx="5"/>
          </p:nvPr>
        </p:nvSpPr>
        <p:spPr/>
        <p:txBody>
          <a:bodyPr/>
          <a:lstStyle/>
          <a:p>
            <a:fld id="{2BE11742-AE36-EC4A-BC7A-F4F5A3B8117D}" type="slidenum">
              <a:rPr lang="en-US" smtClean="0"/>
              <a:t>3</a:t>
            </a:fld>
            <a:endParaRPr lang="en-US"/>
          </a:p>
        </p:txBody>
      </p:sp>
    </p:spTree>
    <p:extLst>
      <p:ext uri="{BB962C8B-B14F-4D97-AF65-F5344CB8AC3E}">
        <p14:creationId xmlns:p14="http://schemas.microsoft.com/office/powerpoint/2010/main" val="30436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63AF-8E90-BD16-50F9-BC8C6C40C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66F0C-4A74-7143-E5DF-9F31042FFF8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A78EEDE-A0B4-7D18-3FCA-724F3068A4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A35985-0A29-4FF3-0689-A4F77BAE8812}"/>
              </a:ext>
            </a:extLst>
          </p:cNvPr>
          <p:cNvSpPr>
            <a:spLocks noGrp="1"/>
          </p:cNvSpPr>
          <p:nvPr>
            <p:ph type="sldNum" sz="quarter" idx="5"/>
          </p:nvPr>
        </p:nvSpPr>
        <p:spPr/>
        <p:txBody>
          <a:bodyPr/>
          <a:lstStyle/>
          <a:p>
            <a:fld id="{2BE11742-AE36-EC4A-BC7A-F4F5A3B8117D}" type="slidenum">
              <a:rPr lang="en-US" smtClean="0"/>
              <a:t>4</a:t>
            </a:fld>
            <a:endParaRPr lang="en-US"/>
          </a:p>
        </p:txBody>
      </p:sp>
    </p:spTree>
    <p:extLst>
      <p:ext uri="{BB962C8B-B14F-4D97-AF65-F5344CB8AC3E}">
        <p14:creationId xmlns:p14="http://schemas.microsoft.com/office/powerpoint/2010/main" val="1412551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7F717-3292-0E40-BE53-BBD8B2DA4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924B1-DF29-66C5-AD5E-36F18FB1FE8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24205EB-7CD0-D438-67BA-C46DE032BF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435217-5FD9-8D16-252F-C901C1EADD66}"/>
              </a:ext>
            </a:extLst>
          </p:cNvPr>
          <p:cNvSpPr>
            <a:spLocks noGrp="1"/>
          </p:cNvSpPr>
          <p:nvPr>
            <p:ph type="sldNum" sz="quarter" idx="5"/>
          </p:nvPr>
        </p:nvSpPr>
        <p:spPr/>
        <p:txBody>
          <a:bodyPr/>
          <a:lstStyle/>
          <a:p>
            <a:fld id="{2BE11742-AE36-EC4A-BC7A-F4F5A3B8117D}" type="slidenum">
              <a:rPr lang="en-US" smtClean="0"/>
              <a:t>5</a:t>
            </a:fld>
            <a:endParaRPr lang="en-US"/>
          </a:p>
        </p:txBody>
      </p:sp>
    </p:spTree>
    <p:extLst>
      <p:ext uri="{BB962C8B-B14F-4D97-AF65-F5344CB8AC3E}">
        <p14:creationId xmlns:p14="http://schemas.microsoft.com/office/powerpoint/2010/main" val="3376568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697B-B010-E527-9DA1-52137B410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2B4E-365F-DC98-6D04-8E46A1976E7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5050472-89DF-4863-9F3A-A9677F6FD8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8457EC-F95C-549C-0BC3-CA18AB8BFD1C}"/>
              </a:ext>
            </a:extLst>
          </p:cNvPr>
          <p:cNvSpPr>
            <a:spLocks noGrp="1"/>
          </p:cNvSpPr>
          <p:nvPr>
            <p:ph type="sldNum" sz="quarter" idx="5"/>
          </p:nvPr>
        </p:nvSpPr>
        <p:spPr/>
        <p:txBody>
          <a:bodyPr/>
          <a:lstStyle/>
          <a:p>
            <a:fld id="{2BE11742-AE36-EC4A-BC7A-F4F5A3B8117D}" type="slidenum">
              <a:rPr lang="en-US" smtClean="0"/>
              <a:t>6</a:t>
            </a:fld>
            <a:endParaRPr lang="en-US"/>
          </a:p>
        </p:txBody>
      </p:sp>
    </p:spTree>
    <p:extLst>
      <p:ext uri="{BB962C8B-B14F-4D97-AF65-F5344CB8AC3E}">
        <p14:creationId xmlns:p14="http://schemas.microsoft.com/office/powerpoint/2010/main" val="1523567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445A5-4F88-9306-746D-715C9E684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C06F6-DEB8-8A1F-CF04-450A1A7CD5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E7F16A6-0074-9D93-1199-E4819FB462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1A137C-7DC6-CAD9-2A15-A8FD34849710}"/>
              </a:ext>
            </a:extLst>
          </p:cNvPr>
          <p:cNvSpPr>
            <a:spLocks noGrp="1"/>
          </p:cNvSpPr>
          <p:nvPr>
            <p:ph type="sldNum" sz="quarter" idx="5"/>
          </p:nvPr>
        </p:nvSpPr>
        <p:spPr/>
        <p:txBody>
          <a:bodyPr/>
          <a:lstStyle/>
          <a:p>
            <a:fld id="{2BE11742-AE36-EC4A-BC7A-F4F5A3B8117D}" type="slidenum">
              <a:rPr lang="en-US" smtClean="0"/>
              <a:t>7</a:t>
            </a:fld>
            <a:endParaRPr lang="en-US"/>
          </a:p>
        </p:txBody>
      </p:sp>
    </p:spTree>
    <p:extLst>
      <p:ext uri="{BB962C8B-B14F-4D97-AF65-F5344CB8AC3E}">
        <p14:creationId xmlns:p14="http://schemas.microsoft.com/office/powerpoint/2010/main" val="58206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03E2A-618C-2D27-FE3C-B5C96A128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6E405-5E5C-8D38-92BF-E63FF1034FA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688EBBA-4D54-5019-8B15-01AAE7D622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E965F1-CE85-6174-0391-D1067A08DC78}"/>
              </a:ext>
            </a:extLst>
          </p:cNvPr>
          <p:cNvSpPr>
            <a:spLocks noGrp="1"/>
          </p:cNvSpPr>
          <p:nvPr>
            <p:ph type="sldNum" sz="quarter" idx="5"/>
          </p:nvPr>
        </p:nvSpPr>
        <p:spPr/>
        <p:txBody>
          <a:bodyPr/>
          <a:lstStyle/>
          <a:p>
            <a:fld id="{2BE11742-AE36-EC4A-BC7A-F4F5A3B8117D}" type="slidenum">
              <a:rPr lang="en-US" smtClean="0"/>
              <a:t>8</a:t>
            </a:fld>
            <a:endParaRPr lang="en-US"/>
          </a:p>
        </p:txBody>
      </p:sp>
    </p:spTree>
    <p:extLst>
      <p:ext uri="{BB962C8B-B14F-4D97-AF65-F5344CB8AC3E}">
        <p14:creationId xmlns:p14="http://schemas.microsoft.com/office/powerpoint/2010/main" val="1316391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24E3-EFE9-EF14-3B61-E6E012E86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2795B-8E79-F5E0-4924-33A8260515D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5C6D178-9416-B0D0-CE4F-9D71957F07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AB2E0B-296D-0EB1-94B0-4C552E62214F}"/>
              </a:ext>
            </a:extLst>
          </p:cNvPr>
          <p:cNvSpPr>
            <a:spLocks noGrp="1"/>
          </p:cNvSpPr>
          <p:nvPr>
            <p:ph type="sldNum" sz="quarter" idx="5"/>
          </p:nvPr>
        </p:nvSpPr>
        <p:spPr/>
        <p:txBody>
          <a:bodyPr/>
          <a:lstStyle/>
          <a:p>
            <a:fld id="{2BE11742-AE36-EC4A-BC7A-F4F5A3B8117D}" type="slidenum">
              <a:rPr lang="en-US" smtClean="0"/>
              <a:t>9</a:t>
            </a:fld>
            <a:endParaRPr lang="en-US"/>
          </a:p>
        </p:txBody>
      </p:sp>
    </p:spTree>
    <p:extLst>
      <p:ext uri="{BB962C8B-B14F-4D97-AF65-F5344CB8AC3E}">
        <p14:creationId xmlns:p14="http://schemas.microsoft.com/office/powerpoint/2010/main" val="3670599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51E19-4CC9-AFC8-8893-61AFD00CC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5C400-67F3-DB7F-6513-A49F747CE4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5921E21-04A1-BFE0-A28E-A60897DD05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3011F5-1D00-1918-DCCB-D3AEFF755616}"/>
              </a:ext>
            </a:extLst>
          </p:cNvPr>
          <p:cNvSpPr>
            <a:spLocks noGrp="1"/>
          </p:cNvSpPr>
          <p:nvPr>
            <p:ph type="sldNum" sz="quarter" idx="5"/>
          </p:nvPr>
        </p:nvSpPr>
        <p:spPr/>
        <p:txBody>
          <a:bodyPr/>
          <a:lstStyle/>
          <a:p>
            <a:fld id="{2BE11742-AE36-EC4A-BC7A-F4F5A3B8117D}" type="slidenum">
              <a:rPr lang="en-US" smtClean="0"/>
              <a:t>10</a:t>
            </a:fld>
            <a:endParaRPr lang="en-US"/>
          </a:p>
        </p:txBody>
      </p:sp>
    </p:spTree>
    <p:extLst>
      <p:ext uri="{BB962C8B-B14F-4D97-AF65-F5344CB8AC3E}">
        <p14:creationId xmlns:p14="http://schemas.microsoft.com/office/powerpoint/2010/main" val="796394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E11742-AE36-EC4A-BC7A-F4F5A3B8117D}" type="slidenum">
              <a:rPr lang="en-US" smtClean="0"/>
              <a:t>11</a:t>
            </a:fld>
            <a:endParaRPr lang="en-US"/>
          </a:p>
        </p:txBody>
      </p:sp>
    </p:spTree>
    <p:extLst>
      <p:ext uri="{BB962C8B-B14F-4D97-AF65-F5344CB8AC3E}">
        <p14:creationId xmlns:p14="http://schemas.microsoft.com/office/powerpoint/2010/main" val="2887706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BE11742-AE36-EC4A-BC7A-F4F5A3B8117D}" type="slidenum">
              <a:rPr lang="en-US" smtClean="0"/>
              <a:t>12</a:t>
            </a:fld>
            <a:endParaRPr lang="en-US"/>
          </a:p>
        </p:txBody>
      </p:sp>
    </p:spTree>
    <p:extLst>
      <p:ext uri="{BB962C8B-B14F-4D97-AF65-F5344CB8AC3E}">
        <p14:creationId xmlns:p14="http://schemas.microsoft.com/office/powerpoint/2010/main" val="3200864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992CB84-2E59-9790-15CE-6B6A4BA26B48}"/>
              </a:ext>
              <a:ext uri="{C183D7F6-B498-43B3-948B-1728B52AA6E4}">
                <adec:decorative xmlns:adec="http://schemas.microsoft.com/office/drawing/2017/decorative" val="1"/>
              </a:ext>
            </a:extLst>
          </p:cNvPr>
          <p:cNvSpPr/>
          <p:nvPr/>
        </p:nvSpPr>
        <p:spPr>
          <a:xfrm>
            <a:off x="0" y="0"/>
            <a:ext cx="12192000" cy="176116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27C82-C15D-DD91-9446-76ECE7FBB8F9}"/>
              </a:ext>
            </a:extLst>
          </p:cNvPr>
          <p:cNvSpPr>
            <a:spLocks noGrp="1"/>
          </p:cNvSpPr>
          <p:nvPr>
            <p:ph type="ctrTitle" hasCustomPrompt="1"/>
          </p:nvPr>
        </p:nvSpPr>
        <p:spPr>
          <a:xfrm>
            <a:off x="288099" y="1761167"/>
            <a:ext cx="6255205" cy="3827166"/>
          </a:xfrm>
        </p:spPr>
        <p:txBody>
          <a:bodyPr anchor="b">
            <a:normAutofit/>
          </a:bodyPr>
          <a:lstStyle>
            <a:lvl1pPr algn="l">
              <a:defRPr sz="5400" spc="150" baseline="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738ACAE1-6F38-180D-B778-27F9F1207EFD}"/>
              </a:ext>
            </a:extLst>
          </p:cNvPr>
          <p:cNvSpPr>
            <a:spLocks noGrp="1"/>
          </p:cNvSpPr>
          <p:nvPr>
            <p:ph type="subTitle" idx="1" hasCustomPrompt="1"/>
          </p:nvPr>
        </p:nvSpPr>
        <p:spPr>
          <a:xfrm>
            <a:off x="288099" y="5588333"/>
            <a:ext cx="6255205" cy="671550"/>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grpSp>
        <p:nvGrpSpPr>
          <p:cNvPr id="9" name="Group 8">
            <a:extLst>
              <a:ext uri="{FF2B5EF4-FFF2-40B4-BE49-F238E27FC236}">
                <a16:creationId xmlns:a16="http://schemas.microsoft.com/office/drawing/2014/main" id="{1AD5A712-F269-5A7F-53A1-D01577225773}"/>
              </a:ext>
            </a:extLst>
          </p:cNvPr>
          <p:cNvGrpSpPr/>
          <p:nvPr userDrawn="1"/>
        </p:nvGrpSpPr>
        <p:grpSpPr>
          <a:xfrm>
            <a:off x="288097" y="336678"/>
            <a:ext cx="2728123" cy="1106677"/>
            <a:chOff x="288097" y="336678"/>
            <a:chExt cx="2728123" cy="1106677"/>
          </a:xfrm>
        </p:grpSpPr>
        <p:pic>
          <p:nvPicPr>
            <p:cNvPr id="16" name="Picture 15">
              <a:extLst>
                <a:ext uri="{FF2B5EF4-FFF2-40B4-BE49-F238E27FC236}">
                  <a16:creationId xmlns:a16="http://schemas.microsoft.com/office/drawing/2014/main" id="{D68AF5D7-2999-6FDB-596C-7BEB2626317C}"/>
                </a:ext>
              </a:extLst>
            </p:cNvPr>
            <p:cNvPicPr>
              <a:picLocks noChangeAspect="1"/>
            </p:cNvPicPr>
            <p:nvPr/>
          </p:nvPicPr>
          <p:blipFill>
            <a:blip/>
            <a:srcRect/>
            <a:stretch/>
          </p:blipFill>
          <p:spPr>
            <a:xfrm>
              <a:off x="288097" y="336678"/>
              <a:ext cx="2728123" cy="816492"/>
            </a:xfrm>
            <a:prstGeom prst="rect">
              <a:avLst/>
            </a:prstGeom>
          </p:spPr>
        </p:pic>
        <p:pic>
          <p:nvPicPr>
            <p:cNvPr id="18" name="Picture 17" descr="Member the Texas State University System">
              <a:extLst>
                <a:ext uri="{FF2B5EF4-FFF2-40B4-BE49-F238E27FC236}">
                  <a16:creationId xmlns:a16="http://schemas.microsoft.com/office/drawing/2014/main" id="{307BFAAA-B3FC-DF89-72E6-854DF8F8C452}"/>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456387" y="1294548"/>
              <a:ext cx="2391543" cy="148807"/>
            </a:xfrm>
            <a:prstGeom prst="rect">
              <a:avLst/>
            </a:prstGeom>
          </p:spPr>
        </p:pic>
      </p:grpSp>
      <p:pic>
        <p:nvPicPr>
          <p:cNvPr id="23" name="Picture 22">
            <a:extLst>
              <a:ext uri="{FF2B5EF4-FFF2-40B4-BE49-F238E27FC236}">
                <a16:creationId xmlns:a16="http://schemas.microsoft.com/office/drawing/2014/main" id="{C1100FFA-7370-3098-53A1-548D0E5617BF}"/>
              </a:ext>
              <a:ext uri="{C183D7F6-B498-43B3-948B-1728B52AA6E4}">
                <adec:decorative xmlns:adec="http://schemas.microsoft.com/office/drawing/2017/decorative" val="1"/>
              </a:ext>
            </a:extLst>
          </p:cNvPr>
          <p:cNvPicPr>
            <a:picLocks noChangeAspect="1"/>
          </p:cNvPicPr>
          <p:nvPr/>
        </p:nvPicPr>
        <p:blipFill>
          <a:blip/>
          <a:srcRect l="6892" r="6892"/>
          <a:stretch/>
        </p:blipFill>
        <p:spPr>
          <a:xfrm>
            <a:off x="6887688" y="352803"/>
            <a:ext cx="5304312" cy="6152394"/>
          </a:xfrm>
          <a:prstGeom prst="rect">
            <a:avLst/>
          </a:prstGeom>
        </p:spPr>
      </p:pic>
      <p:pic>
        <p:nvPicPr>
          <p:cNvPr id="7" name="Picture 6">
            <a:extLst>
              <a:ext uri="{FF2B5EF4-FFF2-40B4-BE49-F238E27FC236}">
                <a16:creationId xmlns:a16="http://schemas.microsoft.com/office/drawing/2014/main" id="{A9B458E7-A2B6-FC5A-0C77-E55A680EDEDD}"/>
              </a:ext>
              <a:ext uri="{C183D7F6-B498-43B3-948B-1728B52AA6E4}">
                <adec:decorative xmlns:adec="http://schemas.microsoft.com/office/drawing/2017/decorative" val="1"/>
              </a:ext>
            </a:extLst>
          </p:cNvPr>
          <p:cNvPicPr>
            <a:picLocks/>
          </p:cNvPicPr>
          <p:nvPr/>
        </p:nvPicPr>
        <p:blipFill>
          <a:blip/>
          <a:stretch/>
        </p:blipFill>
        <p:spPr>
          <a:xfrm flipH="1">
            <a:off x="0" y="1740098"/>
            <a:ext cx="6885432" cy="182880"/>
          </a:xfrm>
          <a:prstGeom prst="rect">
            <a:avLst/>
          </a:prstGeom>
        </p:spPr>
      </p:pic>
      <p:sp>
        <p:nvSpPr>
          <p:cNvPr id="5" name="Picture Placeholder 8">
            <a:extLst>
              <a:ext uri="{FF2B5EF4-FFF2-40B4-BE49-F238E27FC236}">
                <a16:creationId xmlns:a16="http://schemas.microsoft.com/office/drawing/2014/main" id="{B6D426D2-F400-3DD1-192B-23A6A40F9F4D}"/>
              </a:ext>
            </a:extLst>
          </p:cNvPr>
          <p:cNvSpPr>
            <a:spLocks noGrp="1"/>
          </p:cNvSpPr>
          <p:nvPr>
            <p:ph type="pic" sz="quarter" idx="13" hasCustomPrompt="1"/>
          </p:nvPr>
        </p:nvSpPr>
        <p:spPr>
          <a:xfrm>
            <a:off x="6887688" y="352803"/>
            <a:ext cx="5304312" cy="6152394"/>
          </a:xfrm>
          <a:gradFill>
            <a:gsLst>
              <a:gs pos="0">
                <a:schemeClr val="tx2">
                  <a:alpha val="0"/>
                </a:schemeClr>
              </a:gs>
              <a:gs pos="100000">
                <a:schemeClr val="tx2">
                  <a:alpha val="40000"/>
                </a:schemeClr>
              </a:gs>
            </a:gsLst>
            <a:lin ang="5400000" scaled="1"/>
          </a:gradFill>
        </p:spPr>
        <p:txBody>
          <a:bodyPr lIns="457200" tIns="457200" rIns="457200" bIns="457200" anchor="b">
            <a:normAutofit/>
          </a:bodyPr>
          <a:lstStyle>
            <a:lvl1pPr marL="0" indent="0" algn="l">
              <a:buNone/>
              <a:defRPr sz="1800">
                <a:solidFill>
                  <a:schemeClr val="bg1"/>
                </a:solidFill>
              </a:defRPr>
            </a:lvl1pPr>
          </a:lstStyle>
          <a:p>
            <a:r>
              <a:rPr lang="en-US"/>
              <a:t>Optional: Click the icon in the center to add a custom image. </a:t>
            </a:r>
            <a:br>
              <a:rPr lang="en-US"/>
            </a:br>
            <a:r>
              <a:rPr lang="en-US"/>
              <a:t>Be careful not to move the frame, or the placeholder image beneath may peek through.</a:t>
            </a:r>
            <a:br>
              <a:rPr lang="en-US"/>
            </a:br>
            <a:r>
              <a:rPr lang="en-US"/>
              <a:t>Delete the frame if you don’t want to customize the image.</a:t>
            </a:r>
          </a:p>
        </p:txBody>
      </p:sp>
      <p:sp>
        <p:nvSpPr>
          <p:cNvPr id="4" name="Date Placeholder 3">
            <a:extLst>
              <a:ext uri="{FF2B5EF4-FFF2-40B4-BE49-F238E27FC236}">
                <a16:creationId xmlns:a16="http://schemas.microsoft.com/office/drawing/2014/main" id="{C6BD34BC-F97D-4FF5-24C8-5F11D66044BE}"/>
              </a:ext>
            </a:extLst>
          </p:cNvPr>
          <p:cNvSpPr>
            <a:spLocks noGrp="1"/>
          </p:cNvSpPr>
          <p:nvPr>
            <p:ph type="dt" sz="half" idx="14"/>
          </p:nvPr>
        </p:nvSpPr>
        <p:spPr>
          <a:xfrm>
            <a:off x="608138" y="6492875"/>
            <a:ext cx="2734502" cy="365125"/>
          </a:xfrm>
        </p:spPr>
        <p:txBody>
          <a:bodyPr/>
          <a:lstStyle/>
          <a:p>
            <a:fld id="{8A60A3F5-120A-A64C-8514-4F9CB3D10376}" type="datetimeFigureOut">
              <a:rPr lang="en-US" smtClean="0"/>
              <a:pPr/>
              <a:t>12/2/25</a:t>
            </a:fld>
            <a:endParaRPr lang="en-US"/>
          </a:p>
        </p:txBody>
      </p:sp>
      <p:sp>
        <p:nvSpPr>
          <p:cNvPr id="6" name="Footer Placeholder 5">
            <a:extLst>
              <a:ext uri="{FF2B5EF4-FFF2-40B4-BE49-F238E27FC236}">
                <a16:creationId xmlns:a16="http://schemas.microsoft.com/office/drawing/2014/main" id="{779B827A-F436-38D8-7C92-B979B14587FB}"/>
              </a:ext>
            </a:extLst>
          </p:cNvPr>
          <p:cNvSpPr>
            <a:spLocks noGrp="1"/>
          </p:cNvSpPr>
          <p:nvPr>
            <p:ph type="ftr" sz="quarter" idx="15"/>
          </p:nvPr>
        </p:nvSpPr>
        <p:spPr>
          <a:xfrm>
            <a:off x="3499494" y="6492876"/>
            <a:ext cx="8081444" cy="365125"/>
          </a:xfrm>
        </p:spPr>
        <p:txBody>
          <a:bodyPr/>
          <a:lstStyle/>
          <a:p>
            <a:endParaRPr lang="en-US"/>
          </a:p>
        </p:txBody>
      </p:sp>
      <p:sp>
        <p:nvSpPr>
          <p:cNvPr id="8" name="Slide Number Placeholder 7">
            <a:extLst>
              <a:ext uri="{FF2B5EF4-FFF2-40B4-BE49-F238E27FC236}">
                <a16:creationId xmlns:a16="http://schemas.microsoft.com/office/drawing/2014/main" id="{FA269407-F89A-625D-EC35-284BD92EFCC7}"/>
              </a:ext>
            </a:extLst>
          </p:cNvPr>
          <p:cNvSpPr>
            <a:spLocks noGrp="1"/>
          </p:cNvSpPr>
          <p:nvPr>
            <p:ph type="sldNum" sz="quarter" idx="16"/>
          </p:nvPr>
        </p:nvSpPr>
        <p:spPr>
          <a:xfrm>
            <a:off x="11737792" y="6492875"/>
            <a:ext cx="454208" cy="365125"/>
          </a:xfrm>
        </p:spPr>
        <p:txBody>
          <a:bodyPr/>
          <a:lstStyle/>
          <a:p>
            <a:fld id="{8179B124-EE6F-DB4E-A403-682A40579A9A}" type="slidenum">
              <a:rPr lang="en-US" smtClean="0"/>
              <a:pPr/>
              <a:t>‹#›</a:t>
            </a:fld>
            <a:endParaRPr lang="en-US"/>
          </a:p>
        </p:txBody>
      </p:sp>
      <p:pic>
        <p:nvPicPr>
          <p:cNvPr id="13" name="Picture 12">
            <a:extLst>
              <a:ext uri="{FF2B5EF4-FFF2-40B4-BE49-F238E27FC236}">
                <a16:creationId xmlns:a16="http://schemas.microsoft.com/office/drawing/2014/main" id="{BF0244C0-E69C-2409-2732-BEC7F9B194F9}"/>
              </a:ext>
              <a:ext uri="{C183D7F6-B498-43B3-948B-1728B52AA6E4}">
                <adec:decorative xmlns:adec="http://schemas.microsoft.com/office/drawing/2017/decorative" val="1"/>
              </a:ext>
            </a:extLst>
          </p:cNvPr>
          <p:cNvPicPr>
            <a:picLocks noChangeAspect="1"/>
          </p:cNvPicPr>
          <p:nvPr/>
        </p:nvPicPr>
        <p:blipFill>
          <a:blip/>
          <a:srcRect l="6892" r="6892"/>
          <a:stretch/>
        </p:blipFill>
        <p:spPr>
          <a:xfrm>
            <a:off x="6887688" y="352803"/>
            <a:ext cx="5304312" cy="6152394"/>
          </a:xfrm>
          <a:prstGeom prst="rect">
            <a:avLst/>
          </a:prstGeom>
        </p:spPr>
      </p:pic>
    </p:spTree>
    <p:extLst>
      <p:ext uri="{BB962C8B-B14F-4D97-AF65-F5344CB8AC3E}">
        <p14:creationId xmlns:p14="http://schemas.microsoft.com/office/powerpoint/2010/main" val="1316012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Round Rock">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AC7BEF-9F6A-BAD7-8D67-FF28F50BE1CC}"/>
              </a:ext>
              <a:ext uri="{C183D7F6-B498-43B3-948B-1728B52AA6E4}">
                <adec:decorative xmlns:adec="http://schemas.microsoft.com/office/drawing/2017/decorative" val="1"/>
              </a:ext>
            </a:extLst>
          </p:cNvPr>
          <p:cNvSpPr/>
          <p:nvPr userDrawn="1"/>
        </p:nvSpPr>
        <p:spPr>
          <a:xfrm>
            <a:off x="0" y="0"/>
            <a:ext cx="12192000" cy="176116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1A52739-9823-BA64-6141-7B902BFA9BBE}"/>
              </a:ext>
              <a:ext uri="{C183D7F6-B498-43B3-948B-1728B52AA6E4}">
                <adec:decorative xmlns:adec="http://schemas.microsoft.com/office/drawing/2017/decorative" val="1"/>
              </a:ext>
            </a:extLst>
          </p:cNvPr>
          <p:cNvPicPr>
            <a:picLocks noChangeAspect="1"/>
          </p:cNvPicPr>
          <p:nvPr/>
        </p:nvPicPr>
        <p:blipFill>
          <a:blip/>
          <a:srcRect l="6892" r="6892"/>
          <a:stretch/>
        </p:blipFill>
        <p:spPr>
          <a:xfrm>
            <a:off x="6887688" y="352803"/>
            <a:ext cx="5304312" cy="6152394"/>
          </a:xfrm>
          <a:prstGeom prst="rect">
            <a:avLst/>
          </a:prstGeom>
        </p:spPr>
      </p:pic>
      <p:sp>
        <p:nvSpPr>
          <p:cNvPr id="2" name="Title 1">
            <a:extLst>
              <a:ext uri="{FF2B5EF4-FFF2-40B4-BE49-F238E27FC236}">
                <a16:creationId xmlns:a16="http://schemas.microsoft.com/office/drawing/2014/main" id="{8F227C82-C15D-DD91-9446-76ECE7FBB8F9}"/>
              </a:ext>
            </a:extLst>
          </p:cNvPr>
          <p:cNvSpPr>
            <a:spLocks noGrp="1"/>
          </p:cNvSpPr>
          <p:nvPr>
            <p:ph type="ctrTitle" hasCustomPrompt="1"/>
          </p:nvPr>
        </p:nvSpPr>
        <p:spPr>
          <a:xfrm>
            <a:off x="288099" y="1761167"/>
            <a:ext cx="6255205" cy="3827166"/>
          </a:xfrm>
        </p:spPr>
        <p:txBody>
          <a:bodyPr anchor="b">
            <a:normAutofit/>
          </a:bodyPr>
          <a:lstStyle>
            <a:lvl1pPr algn="l">
              <a:defRPr sz="5400" spc="150" baseline="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738ACAE1-6F38-180D-B778-27F9F1207EFD}"/>
              </a:ext>
            </a:extLst>
          </p:cNvPr>
          <p:cNvSpPr>
            <a:spLocks noGrp="1"/>
          </p:cNvSpPr>
          <p:nvPr>
            <p:ph type="subTitle" idx="1" hasCustomPrompt="1"/>
          </p:nvPr>
        </p:nvSpPr>
        <p:spPr>
          <a:xfrm>
            <a:off x="288099" y="5588333"/>
            <a:ext cx="6255205" cy="671550"/>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grpSp>
        <p:nvGrpSpPr>
          <p:cNvPr id="15" name="Group 14">
            <a:extLst>
              <a:ext uri="{FF2B5EF4-FFF2-40B4-BE49-F238E27FC236}">
                <a16:creationId xmlns:a16="http://schemas.microsoft.com/office/drawing/2014/main" id="{3AD4FEBE-FFB3-9D2B-4C01-B33BF9A2AE24}"/>
              </a:ext>
            </a:extLst>
          </p:cNvPr>
          <p:cNvGrpSpPr/>
          <p:nvPr userDrawn="1"/>
        </p:nvGrpSpPr>
        <p:grpSpPr>
          <a:xfrm>
            <a:off x="288099" y="452424"/>
            <a:ext cx="2743200" cy="985894"/>
            <a:chOff x="288099" y="452424"/>
            <a:chExt cx="2743200" cy="985894"/>
          </a:xfrm>
        </p:grpSpPr>
        <p:pic>
          <p:nvPicPr>
            <p:cNvPr id="5" name="Picture 4">
              <a:extLst>
                <a:ext uri="{FF2B5EF4-FFF2-40B4-BE49-F238E27FC236}">
                  <a16:creationId xmlns:a16="http://schemas.microsoft.com/office/drawing/2014/main" id="{07643897-13BA-D4C3-C58E-FE25BCDD258A}"/>
                </a:ext>
              </a:extLst>
            </p:cNvPr>
            <p:cNvPicPr>
              <a:picLocks noChangeAspect="1"/>
            </p:cNvPicPr>
            <p:nvPr/>
          </p:nvPicPr>
          <p:blipFill>
            <a:blip/>
            <a:srcRect/>
            <a:stretch/>
          </p:blipFill>
          <p:spPr>
            <a:xfrm>
              <a:off x="288099" y="452424"/>
              <a:ext cx="2743200" cy="711200"/>
            </a:xfrm>
            <a:prstGeom prst="rect">
              <a:avLst/>
            </a:prstGeom>
          </p:spPr>
        </p:pic>
        <p:pic>
          <p:nvPicPr>
            <p:cNvPr id="6" name="Picture 5" descr="Member the Texas State University System">
              <a:extLst>
                <a:ext uri="{FF2B5EF4-FFF2-40B4-BE49-F238E27FC236}">
                  <a16:creationId xmlns:a16="http://schemas.microsoft.com/office/drawing/2014/main" id="{FAE210B5-B2A5-D427-5003-BC96C9C25B7B}"/>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456388" y="1289511"/>
              <a:ext cx="2391543" cy="148807"/>
            </a:xfrm>
            <a:prstGeom prst="rect">
              <a:avLst/>
            </a:prstGeom>
          </p:spPr>
        </p:pic>
      </p:grpSp>
      <p:sp>
        <p:nvSpPr>
          <p:cNvPr id="8" name="Picture Placeholder 8">
            <a:extLst>
              <a:ext uri="{FF2B5EF4-FFF2-40B4-BE49-F238E27FC236}">
                <a16:creationId xmlns:a16="http://schemas.microsoft.com/office/drawing/2014/main" id="{54B1C2B2-EEAB-7D3D-6A65-4A90FB4A6CBC}"/>
              </a:ext>
            </a:extLst>
          </p:cNvPr>
          <p:cNvSpPr>
            <a:spLocks noGrp="1"/>
          </p:cNvSpPr>
          <p:nvPr userDrawn="1">
            <p:ph type="pic" sz="quarter" idx="13" hasCustomPrompt="1"/>
          </p:nvPr>
        </p:nvSpPr>
        <p:spPr>
          <a:xfrm>
            <a:off x="6897810" y="352803"/>
            <a:ext cx="5294190" cy="6152394"/>
          </a:xfrm>
          <a:gradFill>
            <a:gsLst>
              <a:gs pos="0">
                <a:schemeClr val="tx2">
                  <a:alpha val="0"/>
                </a:schemeClr>
              </a:gs>
              <a:gs pos="100000">
                <a:schemeClr val="tx2">
                  <a:alpha val="40000"/>
                </a:schemeClr>
              </a:gs>
            </a:gsLst>
            <a:lin ang="5400000" scaled="1"/>
          </a:gradFill>
        </p:spPr>
        <p:txBody>
          <a:bodyPr lIns="457200" tIns="457200" rIns="457200" bIns="457200" anchor="b">
            <a:normAutofit/>
          </a:bodyPr>
          <a:lstStyle>
            <a:lvl1pPr marL="0" indent="0" algn="l">
              <a:buNone/>
              <a:defRPr sz="1800">
                <a:solidFill>
                  <a:schemeClr val="bg1"/>
                </a:solidFill>
              </a:defRPr>
            </a:lvl1pPr>
          </a:lstStyle>
          <a:p>
            <a:r>
              <a:rPr lang="en-US"/>
              <a:t>Optional: Click the icon in the center to add a custom image. </a:t>
            </a:r>
            <a:br>
              <a:rPr lang="en-US"/>
            </a:br>
            <a:r>
              <a:rPr lang="en-US"/>
              <a:t>Be careful not to move the frame, or the placeholder image beneath may peek through.</a:t>
            </a:r>
            <a:br>
              <a:rPr lang="en-US"/>
            </a:br>
            <a:r>
              <a:rPr lang="en-US"/>
              <a:t>Delete the frame if you don’t want to customize the image.</a:t>
            </a:r>
          </a:p>
        </p:txBody>
      </p:sp>
      <p:sp>
        <p:nvSpPr>
          <p:cNvPr id="9" name="Date Placeholder 8">
            <a:extLst>
              <a:ext uri="{FF2B5EF4-FFF2-40B4-BE49-F238E27FC236}">
                <a16:creationId xmlns:a16="http://schemas.microsoft.com/office/drawing/2014/main" id="{42F367F5-BF14-328E-6ECE-9A15FA161D0E}"/>
              </a:ext>
            </a:extLst>
          </p:cNvPr>
          <p:cNvSpPr>
            <a:spLocks noGrp="1"/>
          </p:cNvSpPr>
          <p:nvPr userDrawn="1">
            <p:ph type="dt" sz="half" idx="14"/>
          </p:nvPr>
        </p:nvSpPr>
        <p:spPr>
          <a:xfrm>
            <a:off x="608138" y="6501554"/>
            <a:ext cx="2734502" cy="365125"/>
          </a:xfrm>
        </p:spPr>
        <p:txBody>
          <a:bodyPr/>
          <a:lstStyle/>
          <a:p>
            <a:fld id="{8A60A3F5-120A-A64C-8514-4F9CB3D10376}" type="datetimeFigureOut">
              <a:rPr lang="en-US" smtClean="0"/>
              <a:pPr/>
              <a:t>12/2/25</a:t>
            </a:fld>
            <a:endParaRPr lang="en-US"/>
          </a:p>
        </p:txBody>
      </p:sp>
      <p:sp>
        <p:nvSpPr>
          <p:cNvPr id="10" name="Footer Placeholder 9">
            <a:extLst>
              <a:ext uri="{FF2B5EF4-FFF2-40B4-BE49-F238E27FC236}">
                <a16:creationId xmlns:a16="http://schemas.microsoft.com/office/drawing/2014/main" id="{B32A1D37-F382-E28D-AE70-8E4DD87D98E6}"/>
              </a:ext>
            </a:extLst>
          </p:cNvPr>
          <p:cNvSpPr>
            <a:spLocks noGrp="1"/>
          </p:cNvSpPr>
          <p:nvPr userDrawn="1">
            <p:ph type="ftr" sz="quarter" idx="15"/>
          </p:nvPr>
        </p:nvSpPr>
        <p:spPr>
          <a:xfrm>
            <a:off x="3499494" y="6501555"/>
            <a:ext cx="8081444" cy="365125"/>
          </a:xfrm>
        </p:spPr>
        <p:txBody>
          <a:bodyPr/>
          <a:lstStyle/>
          <a:p>
            <a:endParaRPr lang="en-US"/>
          </a:p>
        </p:txBody>
      </p:sp>
      <p:sp>
        <p:nvSpPr>
          <p:cNvPr id="12" name="Slide Number Placeholder 11">
            <a:extLst>
              <a:ext uri="{FF2B5EF4-FFF2-40B4-BE49-F238E27FC236}">
                <a16:creationId xmlns:a16="http://schemas.microsoft.com/office/drawing/2014/main" id="{9E036E75-B49B-1E46-42DB-8A775A86DA85}"/>
              </a:ext>
            </a:extLst>
          </p:cNvPr>
          <p:cNvSpPr>
            <a:spLocks noGrp="1"/>
          </p:cNvSpPr>
          <p:nvPr userDrawn="1">
            <p:ph type="sldNum" sz="quarter" idx="16"/>
          </p:nvPr>
        </p:nvSpPr>
        <p:spPr>
          <a:xfrm>
            <a:off x="11737792" y="6501554"/>
            <a:ext cx="454208" cy="365125"/>
          </a:xfrm>
        </p:spPr>
        <p:txBody>
          <a:bodyPr/>
          <a:lstStyle/>
          <a:p>
            <a:fld id="{8179B124-EE6F-DB4E-A403-682A40579A9A}" type="slidenum">
              <a:rPr lang="en-US" smtClean="0"/>
              <a:pPr/>
              <a:t>‹#›</a:t>
            </a:fld>
            <a:endParaRPr lang="en-US"/>
          </a:p>
        </p:txBody>
      </p:sp>
      <p:pic>
        <p:nvPicPr>
          <p:cNvPr id="13" name="Picture 12">
            <a:extLst>
              <a:ext uri="{FF2B5EF4-FFF2-40B4-BE49-F238E27FC236}">
                <a16:creationId xmlns:a16="http://schemas.microsoft.com/office/drawing/2014/main" id="{582F86F1-370A-4009-2733-A19B0ED6780F}"/>
              </a:ext>
              <a:ext uri="{C183D7F6-B498-43B3-948B-1728B52AA6E4}">
                <adec:decorative xmlns:adec="http://schemas.microsoft.com/office/drawing/2017/decorative" val="1"/>
              </a:ext>
            </a:extLst>
          </p:cNvPr>
          <p:cNvPicPr>
            <a:picLocks/>
          </p:cNvPicPr>
          <p:nvPr userDrawn="1"/>
        </p:nvPicPr>
        <p:blipFill>
          <a:blip/>
          <a:stretch/>
        </p:blipFill>
        <p:spPr>
          <a:xfrm flipH="1">
            <a:off x="0" y="1740098"/>
            <a:ext cx="6885432" cy="182880"/>
          </a:xfrm>
          <a:prstGeom prst="rect">
            <a:avLst/>
          </a:prstGeom>
        </p:spPr>
      </p:pic>
    </p:spTree>
    <p:extLst>
      <p:ext uri="{BB962C8B-B14F-4D97-AF65-F5344CB8AC3E}">
        <p14:creationId xmlns:p14="http://schemas.microsoft.com/office/powerpoint/2010/main" val="175404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Custom Logo">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992CB84-2E59-9790-15CE-6B6A4BA26B48}"/>
              </a:ext>
              <a:ext uri="{C183D7F6-B498-43B3-948B-1728B52AA6E4}">
                <adec:decorative xmlns:adec="http://schemas.microsoft.com/office/drawing/2017/decorative" val="1"/>
              </a:ext>
            </a:extLst>
          </p:cNvPr>
          <p:cNvSpPr/>
          <p:nvPr userDrawn="1"/>
        </p:nvSpPr>
        <p:spPr>
          <a:xfrm>
            <a:off x="0" y="0"/>
            <a:ext cx="12192000" cy="176116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27C82-C15D-DD91-9446-76ECE7FBB8F9}"/>
              </a:ext>
            </a:extLst>
          </p:cNvPr>
          <p:cNvSpPr>
            <a:spLocks noGrp="1"/>
          </p:cNvSpPr>
          <p:nvPr>
            <p:ph type="ctrTitle" hasCustomPrompt="1"/>
          </p:nvPr>
        </p:nvSpPr>
        <p:spPr>
          <a:xfrm>
            <a:off x="288099" y="1761167"/>
            <a:ext cx="6255205" cy="3827166"/>
          </a:xfrm>
        </p:spPr>
        <p:txBody>
          <a:bodyPr anchor="b">
            <a:normAutofit/>
          </a:bodyPr>
          <a:lstStyle>
            <a:lvl1pPr algn="l">
              <a:defRPr sz="5400" spc="150" baseline="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738ACAE1-6F38-180D-B778-27F9F1207EFD}"/>
              </a:ext>
            </a:extLst>
          </p:cNvPr>
          <p:cNvSpPr>
            <a:spLocks noGrp="1"/>
          </p:cNvSpPr>
          <p:nvPr>
            <p:ph type="subTitle" idx="1" hasCustomPrompt="1"/>
          </p:nvPr>
        </p:nvSpPr>
        <p:spPr>
          <a:xfrm>
            <a:off x="288099" y="5588333"/>
            <a:ext cx="6255205" cy="671550"/>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pic>
        <p:nvPicPr>
          <p:cNvPr id="23" name="Picture 22">
            <a:extLst>
              <a:ext uri="{FF2B5EF4-FFF2-40B4-BE49-F238E27FC236}">
                <a16:creationId xmlns:a16="http://schemas.microsoft.com/office/drawing/2014/main" id="{C1100FFA-7370-3098-53A1-548D0E5617BF}"/>
              </a:ext>
              <a:ext uri="{C183D7F6-B498-43B3-948B-1728B52AA6E4}">
                <adec:decorative xmlns:adec="http://schemas.microsoft.com/office/drawing/2017/decorative" val="1"/>
              </a:ext>
            </a:extLst>
          </p:cNvPr>
          <p:cNvPicPr>
            <a:picLocks noChangeAspect="1"/>
          </p:cNvPicPr>
          <p:nvPr/>
        </p:nvPicPr>
        <p:blipFill>
          <a:blip/>
          <a:srcRect l="6892" r="6892"/>
          <a:stretch/>
        </p:blipFill>
        <p:spPr>
          <a:xfrm>
            <a:off x="6887688" y="352803"/>
            <a:ext cx="5304312" cy="6152394"/>
          </a:xfrm>
          <a:prstGeom prst="rect">
            <a:avLst/>
          </a:prstGeom>
        </p:spPr>
      </p:pic>
      <p:sp>
        <p:nvSpPr>
          <p:cNvPr id="5" name="Picture Placeholder 4">
            <a:extLst>
              <a:ext uri="{FF2B5EF4-FFF2-40B4-BE49-F238E27FC236}">
                <a16:creationId xmlns:a16="http://schemas.microsoft.com/office/drawing/2014/main" id="{C633AD40-62E8-0AE1-41A5-49B5C21E6059}"/>
              </a:ext>
            </a:extLst>
          </p:cNvPr>
          <p:cNvSpPr>
            <a:spLocks noGrp="1"/>
          </p:cNvSpPr>
          <p:nvPr>
            <p:ph type="pic" sz="quarter" idx="14" hasCustomPrompt="1"/>
          </p:nvPr>
        </p:nvSpPr>
        <p:spPr>
          <a:xfrm>
            <a:off x="406399" y="233680"/>
            <a:ext cx="3138311" cy="1239519"/>
          </a:xfrm>
        </p:spPr>
        <p:txBody>
          <a:bodyPr anchor="ctr">
            <a:normAutofit/>
          </a:bodyPr>
          <a:lstStyle>
            <a:lvl1pPr marL="0" indent="0" algn="ctr">
              <a:buNone/>
              <a:defRPr sz="2000">
                <a:solidFill>
                  <a:schemeClr val="bg1"/>
                </a:solidFill>
              </a:defRPr>
            </a:lvl1pPr>
          </a:lstStyle>
          <a:p>
            <a:r>
              <a:rPr lang="en-US" dirty="0"/>
              <a:t>Add your unit logo here</a:t>
            </a:r>
          </a:p>
        </p:txBody>
      </p:sp>
      <p:sp>
        <p:nvSpPr>
          <p:cNvPr id="4" name="Picture Placeholder 8">
            <a:extLst>
              <a:ext uri="{FF2B5EF4-FFF2-40B4-BE49-F238E27FC236}">
                <a16:creationId xmlns:a16="http://schemas.microsoft.com/office/drawing/2014/main" id="{521B6FEC-7E16-C065-CF37-CC8CFDBAFBE6}"/>
              </a:ext>
            </a:extLst>
          </p:cNvPr>
          <p:cNvSpPr>
            <a:spLocks noGrp="1"/>
          </p:cNvSpPr>
          <p:nvPr>
            <p:ph type="pic" sz="quarter" idx="13" hasCustomPrompt="1"/>
          </p:nvPr>
        </p:nvSpPr>
        <p:spPr>
          <a:xfrm>
            <a:off x="6887688" y="352803"/>
            <a:ext cx="5304312" cy="6152394"/>
          </a:xfrm>
          <a:gradFill>
            <a:gsLst>
              <a:gs pos="0">
                <a:schemeClr val="tx2">
                  <a:alpha val="0"/>
                </a:schemeClr>
              </a:gs>
              <a:gs pos="100000">
                <a:schemeClr val="tx2">
                  <a:alpha val="40000"/>
                </a:schemeClr>
              </a:gs>
            </a:gsLst>
            <a:lin ang="5400000" scaled="1"/>
          </a:gradFill>
        </p:spPr>
        <p:txBody>
          <a:bodyPr lIns="457200" tIns="457200" rIns="457200" bIns="457200" anchor="b">
            <a:normAutofit/>
          </a:bodyPr>
          <a:lstStyle>
            <a:lvl1pPr marL="0" indent="0" algn="l">
              <a:buNone/>
              <a:defRPr sz="1800">
                <a:solidFill>
                  <a:schemeClr val="bg1"/>
                </a:solidFill>
              </a:defRPr>
            </a:lvl1pPr>
          </a:lstStyle>
          <a:p>
            <a:r>
              <a:rPr lang="en-US"/>
              <a:t>Optional: Click the icon in the center to add a custom image. </a:t>
            </a:r>
            <a:br>
              <a:rPr lang="en-US"/>
            </a:br>
            <a:r>
              <a:rPr lang="en-US"/>
              <a:t>Be careful not to move the frame, or the placeholder image beneath may peek through.</a:t>
            </a:r>
            <a:br>
              <a:rPr lang="en-US"/>
            </a:br>
            <a:r>
              <a:rPr lang="en-US"/>
              <a:t>Delete the frame if you don’t want to customize the image.</a:t>
            </a:r>
          </a:p>
        </p:txBody>
      </p:sp>
      <p:sp>
        <p:nvSpPr>
          <p:cNvPr id="6" name="Date Placeholder 5">
            <a:extLst>
              <a:ext uri="{FF2B5EF4-FFF2-40B4-BE49-F238E27FC236}">
                <a16:creationId xmlns:a16="http://schemas.microsoft.com/office/drawing/2014/main" id="{489DB17B-C337-E847-80A3-C530C0F6C34D}"/>
              </a:ext>
            </a:extLst>
          </p:cNvPr>
          <p:cNvSpPr>
            <a:spLocks noGrp="1"/>
          </p:cNvSpPr>
          <p:nvPr>
            <p:ph type="dt" sz="half" idx="15"/>
          </p:nvPr>
        </p:nvSpPr>
        <p:spPr>
          <a:xfrm>
            <a:off x="608138" y="6505197"/>
            <a:ext cx="2734502" cy="365125"/>
          </a:xfrm>
        </p:spPr>
        <p:txBody>
          <a:bodyPr/>
          <a:lstStyle/>
          <a:p>
            <a:fld id="{8A60A3F5-120A-A64C-8514-4F9CB3D10376}" type="datetimeFigureOut">
              <a:rPr lang="en-US" smtClean="0"/>
              <a:pPr/>
              <a:t>12/2/25</a:t>
            </a:fld>
            <a:endParaRPr lang="en-US"/>
          </a:p>
        </p:txBody>
      </p:sp>
      <p:sp>
        <p:nvSpPr>
          <p:cNvPr id="8" name="Footer Placeholder 7">
            <a:extLst>
              <a:ext uri="{FF2B5EF4-FFF2-40B4-BE49-F238E27FC236}">
                <a16:creationId xmlns:a16="http://schemas.microsoft.com/office/drawing/2014/main" id="{F89350FA-8319-0602-822A-5E7C411C5E0D}"/>
              </a:ext>
            </a:extLst>
          </p:cNvPr>
          <p:cNvSpPr>
            <a:spLocks noGrp="1"/>
          </p:cNvSpPr>
          <p:nvPr>
            <p:ph type="ftr" sz="quarter" idx="16"/>
          </p:nvPr>
        </p:nvSpPr>
        <p:spPr>
          <a:xfrm>
            <a:off x="3499494" y="6505198"/>
            <a:ext cx="8081444" cy="365125"/>
          </a:xfrm>
        </p:spPr>
        <p:txBody>
          <a:bodyPr/>
          <a:lstStyle/>
          <a:p>
            <a:endParaRPr lang="en-US"/>
          </a:p>
        </p:txBody>
      </p:sp>
      <p:sp>
        <p:nvSpPr>
          <p:cNvPr id="9" name="Slide Number Placeholder 8">
            <a:extLst>
              <a:ext uri="{FF2B5EF4-FFF2-40B4-BE49-F238E27FC236}">
                <a16:creationId xmlns:a16="http://schemas.microsoft.com/office/drawing/2014/main" id="{0EED07B3-0013-1330-B33D-F86EA5923D2F}"/>
              </a:ext>
            </a:extLst>
          </p:cNvPr>
          <p:cNvSpPr>
            <a:spLocks noGrp="1"/>
          </p:cNvSpPr>
          <p:nvPr>
            <p:ph type="sldNum" sz="quarter" idx="17"/>
          </p:nvPr>
        </p:nvSpPr>
        <p:spPr>
          <a:xfrm>
            <a:off x="11737792" y="6505197"/>
            <a:ext cx="454208" cy="365125"/>
          </a:xfrm>
        </p:spPr>
        <p:txBody>
          <a:bodyPr/>
          <a:lstStyle/>
          <a:p>
            <a:fld id="{8179B124-EE6F-DB4E-A403-682A40579A9A}" type="slidenum">
              <a:rPr lang="en-US" smtClean="0"/>
              <a:pPr/>
              <a:t>‹#›</a:t>
            </a:fld>
            <a:endParaRPr lang="en-US"/>
          </a:p>
        </p:txBody>
      </p:sp>
      <p:pic>
        <p:nvPicPr>
          <p:cNvPr id="10" name="Picture 9">
            <a:extLst>
              <a:ext uri="{FF2B5EF4-FFF2-40B4-BE49-F238E27FC236}">
                <a16:creationId xmlns:a16="http://schemas.microsoft.com/office/drawing/2014/main" id="{C11F09D7-34DC-F2AD-764F-7A25986E1823}"/>
              </a:ext>
              <a:ext uri="{C183D7F6-B498-43B3-948B-1728B52AA6E4}">
                <adec:decorative xmlns:adec="http://schemas.microsoft.com/office/drawing/2017/decorative" val="1"/>
              </a:ext>
            </a:extLst>
          </p:cNvPr>
          <p:cNvPicPr>
            <a:picLocks/>
          </p:cNvPicPr>
          <p:nvPr userDrawn="1"/>
        </p:nvPicPr>
        <p:blipFill>
          <a:blip/>
          <a:stretch/>
        </p:blipFill>
        <p:spPr>
          <a:xfrm flipH="1">
            <a:off x="0" y="1740098"/>
            <a:ext cx="6885432" cy="182880"/>
          </a:xfrm>
          <a:prstGeom prst="rect">
            <a:avLst/>
          </a:prstGeom>
        </p:spPr>
      </p:pic>
    </p:spTree>
    <p:extLst>
      <p:ext uri="{BB962C8B-B14F-4D97-AF65-F5344CB8AC3E}">
        <p14:creationId xmlns:p14="http://schemas.microsoft.com/office/powerpoint/2010/main" val="2540398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34E54-57D9-3FFF-E1A6-57990168F611}"/>
              </a:ext>
            </a:extLst>
          </p:cNvPr>
          <p:cNvSpPr>
            <a:spLocks noGrp="1"/>
          </p:cNvSpPr>
          <p:nvPr>
            <p:ph type="title"/>
          </p:nvPr>
        </p:nvSpPr>
        <p:spPr/>
        <p:txBody>
          <a:bodyPr anchor="b"/>
          <a:lstStyle>
            <a:lvl1pPr>
              <a:defRPr b="1"/>
            </a:lvl1pPr>
          </a:lstStyle>
          <a:p>
            <a:r>
              <a:rPr lang="en-US"/>
              <a:t>Click to edit Master title style</a:t>
            </a:r>
          </a:p>
        </p:txBody>
      </p:sp>
      <p:sp>
        <p:nvSpPr>
          <p:cNvPr id="3" name="Content Placeholder 2">
            <a:extLst>
              <a:ext uri="{FF2B5EF4-FFF2-40B4-BE49-F238E27FC236}">
                <a16:creationId xmlns:a16="http://schemas.microsoft.com/office/drawing/2014/main" id="{03D92016-833C-05C0-641C-E8F0F3B9D7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B66AE7-F688-AD32-650C-88C6503AA514}"/>
              </a:ext>
            </a:extLst>
          </p:cNvPr>
          <p:cNvSpPr>
            <a:spLocks noGrp="1"/>
          </p:cNvSpPr>
          <p:nvPr>
            <p:ph type="dt" sz="half" idx="10"/>
          </p:nvPr>
        </p:nvSpPr>
        <p:spPr/>
        <p:txBody>
          <a:bodyPr/>
          <a:lstStyle/>
          <a:p>
            <a:fld id="{8A60A3F5-120A-A64C-8514-4F9CB3D10376}" type="datetimeFigureOut">
              <a:rPr lang="en-US" smtClean="0"/>
              <a:pPr/>
              <a:t>12/2/25</a:t>
            </a:fld>
            <a:endParaRPr lang="en-US"/>
          </a:p>
        </p:txBody>
      </p:sp>
      <p:sp>
        <p:nvSpPr>
          <p:cNvPr id="8" name="Footer Placeholder 7">
            <a:extLst>
              <a:ext uri="{FF2B5EF4-FFF2-40B4-BE49-F238E27FC236}">
                <a16:creationId xmlns:a16="http://schemas.microsoft.com/office/drawing/2014/main" id="{EB9F2DD5-18FB-E837-07ED-877DF1F648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FC5B97-B400-5E25-AAF4-AF8D310E9F86}"/>
              </a:ext>
            </a:extLst>
          </p:cNvPr>
          <p:cNvSpPr>
            <a:spLocks noGrp="1"/>
          </p:cNvSpPr>
          <p:nvPr>
            <p:ph type="sldNum" sz="quarter" idx="12"/>
          </p:nvPr>
        </p:nvSpPr>
        <p:spPr/>
        <p:txBody>
          <a:bodyPr/>
          <a:lstStyle/>
          <a:p>
            <a:fld id="{8179B124-EE6F-DB4E-A403-682A40579A9A}" type="slidenum">
              <a:rPr lang="en-US" smtClean="0"/>
              <a:pPr/>
              <a:t>‹#›</a:t>
            </a:fld>
            <a:endParaRPr lang="en-US"/>
          </a:p>
        </p:txBody>
      </p:sp>
    </p:spTree>
    <p:extLst>
      <p:ext uri="{BB962C8B-B14F-4D97-AF65-F5344CB8AC3E}">
        <p14:creationId xmlns:p14="http://schemas.microsoft.com/office/powerpoint/2010/main" val="3502936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8DAE36-0AE6-44BF-42F8-FD484F5191ED}"/>
              </a:ext>
            </a:extLst>
          </p:cNvPr>
          <p:cNvSpPr>
            <a:spLocks noGrp="1"/>
          </p:cNvSpPr>
          <p:nvPr>
            <p:ph sz="half" idx="1"/>
          </p:nvPr>
        </p:nvSpPr>
        <p:spPr>
          <a:xfrm>
            <a:off x="608138" y="1802451"/>
            <a:ext cx="5411662" cy="4374512"/>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6D5932-A488-822F-DC7C-EA3AEA01F160}"/>
              </a:ext>
            </a:extLst>
          </p:cNvPr>
          <p:cNvSpPr>
            <a:spLocks noGrp="1"/>
          </p:cNvSpPr>
          <p:nvPr>
            <p:ph sz="half" idx="2"/>
          </p:nvPr>
        </p:nvSpPr>
        <p:spPr>
          <a:xfrm>
            <a:off x="6172203" y="1802449"/>
            <a:ext cx="5408736" cy="437451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C93C44-049A-5B42-59FA-33969F8AB3EF}"/>
              </a:ext>
            </a:extLst>
          </p:cNvPr>
          <p:cNvSpPr>
            <a:spLocks noGrp="1"/>
          </p:cNvSpPr>
          <p:nvPr>
            <p:ph type="dt" sz="half" idx="10"/>
          </p:nvPr>
        </p:nvSpPr>
        <p:spPr/>
        <p:txBody>
          <a:bodyPr/>
          <a:lstStyle/>
          <a:p>
            <a:fld id="{8A60A3F5-120A-A64C-8514-4F9CB3D10376}" type="datetimeFigureOut">
              <a:rPr lang="en-US" smtClean="0"/>
              <a:t>12/2/25</a:t>
            </a:fld>
            <a:endParaRPr lang="en-US"/>
          </a:p>
        </p:txBody>
      </p:sp>
      <p:sp>
        <p:nvSpPr>
          <p:cNvPr id="6" name="Footer Placeholder 5">
            <a:extLst>
              <a:ext uri="{FF2B5EF4-FFF2-40B4-BE49-F238E27FC236}">
                <a16:creationId xmlns:a16="http://schemas.microsoft.com/office/drawing/2014/main" id="{ABE8DA5E-9F2D-F487-A873-9095FB5595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F45E57-C4AF-2C02-EC3C-CCB2ECE0A003}"/>
              </a:ext>
            </a:extLst>
          </p:cNvPr>
          <p:cNvSpPr>
            <a:spLocks noGrp="1"/>
          </p:cNvSpPr>
          <p:nvPr>
            <p:ph type="sldNum" sz="quarter" idx="12"/>
          </p:nvPr>
        </p:nvSpPr>
        <p:spPr/>
        <p:txBody>
          <a:bodyPr/>
          <a:lstStyle/>
          <a:p>
            <a:fld id="{8179B124-EE6F-DB4E-A403-682A40579A9A}" type="slidenum">
              <a:rPr lang="en-US" smtClean="0"/>
              <a:t>‹#›</a:t>
            </a:fld>
            <a:endParaRPr lang="en-US"/>
          </a:p>
        </p:txBody>
      </p:sp>
      <p:sp>
        <p:nvSpPr>
          <p:cNvPr id="8" name="Title 7">
            <a:extLst>
              <a:ext uri="{FF2B5EF4-FFF2-40B4-BE49-F238E27FC236}">
                <a16:creationId xmlns:a16="http://schemas.microsoft.com/office/drawing/2014/main" id="{3A1F5F72-72EE-63C8-590B-A525912CD52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2385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071ED2-2ADF-1922-C033-B529ED71C321}"/>
              </a:ext>
            </a:extLst>
          </p:cNvPr>
          <p:cNvSpPr>
            <a:spLocks noGrp="1"/>
          </p:cNvSpPr>
          <p:nvPr>
            <p:ph type="body" idx="1"/>
          </p:nvPr>
        </p:nvSpPr>
        <p:spPr>
          <a:xfrm>
            <a:off x="608137" y="2001519"/>
            <a:ext cx="5345623" cy="734057"/>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8CA17B-BFC1-E0F0-179B-A7F447E276BB}"/>
              </a:ext>
            </a:extLst>
          </p:cNvPr>
          <p:cNvSpPr>
            <a:spLocks noGrp="1"/>
          </p:cNvSpPr>
          <p:nvPr>
            <p:ph sz="half" idx="2"/>
          </p:nvPr>
        </p:nvSpPr>
        <p:spPr>
          <a:xfrm>
            <a:off x="608137" y="2834639"/>
            <a:ext cx="5345623" cy="33550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B958C2-046F-C838-40E5-86B102C15D30}"/>
              </a:ext>
            </a:extLst>
          </p:cNvPr>
          <p:cNvSpPr>
            <a:spLocks noGrp="1"/>
          </p:cNvSpPr>
          <p:nvPr>
            <p:ph type="body" sz="quarter" idx="3"/>
          </p:nvPr>
        </p:nvSpPr>
        <p:spPr>
          <a:xfrm>
            <a:off x="6207414" y="2001519"/>
            <a:ext cx="5373524" cy="734057"/>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A84315-61EC-C4BD-1947-D38A94E7E860}"/>
              </a:ext>
            </a:extLst>
          </p:cNvPr>
          <p:cNvSpPr>
            <a:spLocks noGrp="1"/>
          </p:cNvSpPr>
          <p:nvPr>
            <p:ph sz="quarter" idx="4"/>
          </p:nvPr>
        </p:nvSpPr>
        <p:spPr>
          <a:xfrm>
            <a:off x="6207414" y="2834639"/>
            <a:ext cx="5373524" cy="33550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5266ED-5147-6F25-73F0-AC7294412B02}"/>
              </a:ext>
            </a:extLst>
          </p:cNvPr>
          <p:cNvSpPr>
            <a:spLocks noGrp="1"/>
          </p:cNvSpPr>
          <p:nvPr>
            <p:ph type="dt" sz="half" idx="10"/>
          </p:nvPr>
        </p:nvSpPr>
        <p:spPr/>
        <p:txBody>
          <a:bodyPr/>
          <a:lstStyle/>
          <a:p>
            <a:fld id="{8A60A3F5-120A-A64C-8514-4F9CB3D10376}" type="datetimeFigureOut">
              <a:rPr lang="en-US" smtClean="0"/>
              <a:t>12/2/25</a:t>
            </a:fld>
            <a:endParaRPr lang="en-US"/>
          </a:p>
        </p:txBody>
      </p:sp>
      <p:sp>
        <p:nvSpPr>
          <p:cNvPr id="8" name="Footer Placeholder 7">
            <a:extLst>
              <a:ext uri="{FF2B5EF4-FFF2-40B4-BE49-F238E27FC236}">
                <a16:creationId xmlns:a16="http://schemas.microsoft.com/office/drawing/2014/main" id="{26E4DCBE-66D9-F157-C37B-0B55EA5C7C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EB7F6-D878-689A-E7DD-9B0E4E283BC4}"/>
              </a:ext>
            </a:extLst>
          </p:cNvPr>
          <p:cNvSpPr>
            <a:spLocks noGrp="1"/>
          </p:cNvSpPr>
          <p:nvPr>
            <p:ph type="sldNum" sz="quarter" idx="12"/>
          </p:nvPr>
        </p:nvSpPr>
        <p:spPr/>
        <p:txBody>
          <a:bodyPr/>
          <a:lstStyle/>
          <a:p>
            <a:fld id="{8179B124-EE6F-DB4E-A403-682A40579A9A}" type="slidenum">
              <a:rPr lang="en-US" smtClean="0"/>
              <a:t>‹#›</a:t>
            </a:fld>
            <a:endParaRPr lang="en-US"/>
          </a:p>
        </p:txBody>
      </p:sp>
      <p:sp>
        <p:nvSpPr>
          <p:cNvPr id="2" name="Title 1">
            <a:extLst>
              <a:ext uri="{FF2B5EF4-FFF2-40B4-BE49-F238E27FC236}">
                <a16:creationId xmlns:a16="http://schemas.microsoft.com/office/drawing/2014/main" id="{0A78EE8E-7980-E8BA-29BA-681AAEAF9EA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6317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7306CE-C8E9-AF2F-E95E-DAF0FF98E7F8}"/>
              </a:ext>
            </a:extLst>
          </p:cNvPr>
          <p:cNvSpPr/>
          <p:nvPr/>
        </p:nvSpPr>
        <p:spPr>
          <a:xfrm>
            <a:off x="0" y="0"/>
            <a:ext cx="12192000" cy="6858000"/>
          </a:xfrm>
          <a:prstGeom prst="rect">
            <a:avLst/>
          </a:prstGeom>
          <a:solidFill>
            <a:schemeClr val="tx2">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D2E165-2A26-EF38-7863-7342FD8F3487}"/>
              </a:ext>
            </a:extLst>
          </p:cNvPr>
          <p:cNvSpPr>
            <a:spLocks noGrp="1"/>
          </p:cNvSpPr>
          <p:nvPr>
            <p:ph type="title" hasCustomPrompt="1"/>
          </p:nvPr>
        </p:nvSpPr>
        <p:spPr>
          <a:xfrm>
            <a:off x="608138" y="1709928"/>
            <a:ext cx="10972800" cy="2973679"/>
          </a:xfrm>
        </p:spPr>
        <p:txBody>
          <a:bodyPr anchor="b">
            <a:normAutofit/>
          </a:bodyPr>
          <a:lstStyle>
            <a:lvl1pPr>
              <a:defRPr sz="4800" spc="15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1C204D2-F55A-7A14-2CBE-2F2E8017C47D}"/>
              </a:ext>
            </a:extLst>
          </p:cNvPr>
          <p:cNvSpPr>
            <a:spLocks noGrp="1"/>
          </p:cNvSpPr>
          <p:nvPr>
            <p:ph type="body" idx="1" hasCustomPrompt="1"/>
          </p:nvPr>
        </p:nvSpPr>
        <p:spPr>
          <a:xfrm>
            <a:off x="608138" y="4809066"/>
            <a:ext cx="10972800" cy="1183977"/>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a:t>Want to add your own background image to a section header? Right-click the slide (careful to avoid the text boxes) and select ‘Format Background…’ to open the Format Pane on the right. Then hit the ‘Insert’ button and add any image from your computer.</a:t>
            </a:r>
          </a:p>
        </p:txBody>
      </p:sp>
      <p:pic>
        <p:nvPicPr>
          <p:cNvPr id="14" name="Picture 13">
            <a:extLst>
              <a:ext uri="{FF2B5EF4-FFF2-40B4-BE49-F238E27FC236}">
                <a16:creationId xmlns:a16="http://schemas.microsoft.com/office/drawing/2014/main" id="{3EECD6C0-B461-F1CE-26E8-AD76728E0D5A}"/>
              </a:ext>
              <a:ext uri="{C183D7F6-B498-43B3-948B-1728B52AA6E4}">
                <adec:decorative xmlns:adec="http://schemas.microsoft.com/office/drawing/2017/decorative" val="1"/>
              </a:ext>
            </a:extLst>
          </p:cNvPr>
          <p:cNvPicPr>
            <a:picLocks noChangeAspect="1"/>
          </p:cNvPicPr>
          <p:nvPr/>
        </p:nvPicPr>
        <p:blipFill>
          <a:blip/>
          <a:srcRect t="10486" b="10486"/>
          <a:stretch/>
        </p:blipFill>
        <p:spPr>
          <a:xfrm>
            <a:off x="0" y="0"/>
            <a:ext cx="12192000" cy="125457"/>
          </a:xfrm>
          <a:prstGeom prst="rect">
            <a:avLst/>
          </a:prstGeom>
          <a:ln>
            <a:noFill/>
          </a:ln>
        </p:spPr>
      </p:pic>
      <p:sp>
        <p:nvSpPr>
          <p:cNvPr id="6" name="Date Placeholder 5">
            <a:extLst>
              <a:ext uri="{FF2B5EF4-FFF2-40B4-BE49-F238E27FC236}">
                <a16:creationId xmlns:a16="http://schemas.microsoft.com/office/drawing/2014/main" id="{29F0CD21-0D3C-99F5-9759-C93D24895A06}"/>
              </a:ext>
            </a:extLst>
          </p:cNvPr>
          <p:cNvSpPr>
            <a:spLocks noGrp="1"/>
          </p:cNvSpPr>
          <p:nvPr>
            <p:ph type="dt" sz="half" idx="10"/>
          </p:nvPr>
        </p:nvSpPr>
        <p:spPr/>
        <p:txBody>
          <a:bodyPr/>
          <a:lstStyle>
            <a:lvl1pPr>
              <a:defRPr>
                <a:solidFill>
                  <a:schemeClr val="bg1"/>
                </a:solidFill>
              </a:defRPr>
            </a:lvl1pPr>
          </a:lstStyle>
          <a:p>
            <a:fld id="{8A60A3F5-120A-A64C-8514-4F9CB3D10376}" type="datetimeFigureOut">
              <a:rPr lang="en-US" smtClean="0"/>
              <a:pPr/>
              <a:t>12/2/25</a:t>
            </a:fld>
            <a:endParaRPr lang="en-US"/>
          </a:p>
        </p:txBody>
      </p:sp>
      <p:sp>
        <p:nvSpPr>
          <p:cNvPr id="8" name="Footer Placeholder 7">
            <a:extLst>
              <a:ext uri="{FF2B5EF4-FFF2-40B4-BE49-F238E27FC236}">
                <a16:creationId xmlns:a16="http://schemas.microsoft.com/office/drawing/2014/main" id="{2C60AE30-DD32-365D-537D-D74683B14F3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5" name="Slide Number Placeholder 14">
            <a:extLst>
              <a:ext uri="{FF2B5EF4-FFF2-40B4-BE49-F238E27FC236}">
                <a16:creationId xmlns:a16="http://schemas.microsoft.com/office/drawing/2014/main" id="{009AB5ED-31DE-C9EC-87B2-8060BA73932C}"/>
              </a:ext>
            </a:extLst>
          </p:cNvPr>
          <p:cNvSpPr>
            <a:spLocks noGrp="1"/>
          </p:cNvSpPr>
          <p:nvPr>
            <p:ph type="sldNum" sz="quarter" idx="12"/>
          </p:nvPr>
        </p:nvSpPr>
        <p:spPr/>
        <p:txBody>
          <a:bodyPr/>
          <a:lstStyle>
            <a:lvl1pPr>
              <a:defRPr>
                <a:solidFill>
                  <a:schemeClr val="bg1"/>
                </a:solidFill>
              </a:defRPr>
            </a:lvl1pPr>
          </a:lstStyle>
          <a:p>
            <a:fld id="{8179B124-EE6F-DB4E-A403-682A40579A9A}" type="slidenum">
              <a:rPr lang="en-US" smtClean="0"/>
              <a:pPr/>
              <a:t>‹#›</a:t>
            </a:fld>
            <a:endParaRPr lang="en-US"/>
          </a:p>
        </p:txBody>
      </p:sp>
    </p:spTree>
    <p:extLst>
      <p:ext uri="{BB962C8B-B14F-4D97-AF65-F5344CB8AC3E}">
        <p14:creationId xmlns:p14="http://schemas.microsoft.com/office/powerpoint/2010/main" val="4082244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1_Section Header - Gold">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7306CE-C8E9-AF2F-E95E-DAF0FF98E7F8}"/>
              </a:ext>
            </a:extLst>
          </p:cNvPr>
          <p:cNvSpPr/>
          <p:nvPr userDrawn="1"/>
        </p:nvSpPr>
        <p:spPr>
          <a:xfrm>
            <a:off x="0" y="0"/>
            <a:ext cx="12192000" cy="6858000"/>
          </a:xfrm>
          <a:prstGeom prst="rect">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1F80E48-A69A-7EC6-301E-3BC4CA272513}"/>
              </a:ext>
              <a:ext uri="{C183D7F6-B498-43B3-948B-1728B52AA6E4}">
                <adec:decorative xmlns:adec="http://schemas.microsoft.com/office/drawing/2017/decorative" val="1"/>
              </a:ext>
            </a:extLst>
          </p:cNvPr>
          <p:cNvPicPr>
            <a:picLocks noChangeAspect="1"/>
          </p:cNvPicPr>
          <p:nvPr/>
        </p:nvPicPr>
        <p:blipFill>
          <a:blip/>
          <a:srcRect t="10486" b="10486"/>
          <a:stretch/>
        </p:blipFill>
        <p:spPr>
          <a:xfrm>
            <a:off x="0" y="0"/>
            <a:ext cx="12192000" cy="125457"/>
          </a:xfrm>
          <a:prstGeom prst="rect">
            <a:avLst/>
          </a:prstGeom>
          <a:ln>
            <a:noFill/>
          </a:ln>
        </p:spPr>
      </p:pic>
      <p:sp>
        <p:nvSpPr>
          <p:cNvPr id="8" name="Date Placeholder 7">
            <a:extLst>
              <a:ext uri="{FF2B5EF4-FFF2-40B4-BE49-F238E27FC236}">
                <a16:creationId xmlns:a16="http://schemas.microsoft.com/office/drawing/2014/main" id="{36FF950F-6C95-30D2-8F6D-179E24462AD0}"/>
              </a:ext>
            </a:extLst>
          </p:cNvPr>
          <p:cNvSpPr>
            <a:spLocks noGrp="1"/>
          </p:cNvSpPr>
          <p:nvPr>
            <p:ph type="dt" sz="half" idx="10"/>
          </p:nvPr>
        </p:nvSpPr>
        <p:spPr/>
        <p:txBody>
          <a:bodyPr/>
          <a:lstStyle>
            <a:lvl1pPr>
              <a:defRPr>
                <a:solidFill>
                  <a:schemeClr val="bg1"/>
                </a:solidFill>
              </a:defRPr>
            </a:lvl1pPr>
          </a:lstStyle>
          <a:p>
            <a:fld id="{8A60A3F5-120A-A64C-8514-4F9CB3D10376}" type="datetimeFigureOut">
              <a:rPr lang="en-US" smtClean="0"/>
              <a:pPr/>
              <a:t>12/2/25</a:t>
            </a:fld>
            <a:endParaRPr lang="en-US"/>
          </a:p>
        </p:txBody>
      </p:sp>
      <p:sp>
        <p:nvSpPr>
          <p:cNvPr id="13" name="Footer Placeholder 12">
            <a:extLst>
              <a:ext uri="{FF2B5EF4-FFF2-40B4-BE49-F238E27FC236}">
                <a16:creationId xmlns:a16="http://schemas.microsoft.com/office/drawing/2014/main" id="{3121A777-E89A-E419-CBF5-6E0DBCE0B625}"/>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4" name="Slide Number Placeholder 13">
            <a:extLst>
              <a:ext uri="{FF2B5EF4-FFF2-40B4-BE49-F238E27FC236}">
                <a16:creationId xmlns:a16="http://schemas.microsoft.com/office/drawing/2014/main" id="{576A54CB-2F90-9925-245C-16AE05AE833F}"/>
              </a:ext>
            </a:extLst>
          </p:cNvPr>
          <p:cNvSpPr>
            <a:spLocks noGrp="1"/>
          </p:cNvSpPr>
          <p:nvPr>
            <p:ph type="sldNum" sz="quarter" idx="12"/>
          </p:nvPr>
        </p:nvSpPr>
        <p:spPr/>
        <p:txBody>
          <a:bodyPr/>
          <a:lstStyle>
            <a:lvl1pPr>
              <a:defRPr>
                <a:solidFill>
                  <a:schemeClr val="bg1"/>
                </a:solidFill>
              </a:defRPr>
            </a:lvl1pPr>
          </a:lstStyle>
          <a:p>
            <a:fld id="{8179B124-EE6F-DB4E-A403-682A40579A9A}" type="slidenum">
              <a:rPr lang="en-US" smtClean="0"/>
              <a:pPr/>
              <a:t>‹#›</a:t>
            </a:fld>
            <a:endParaRPr lang="en-US"/>
          </a:p>
        </p:txBody>
      </p:sp>
      <p:sp>
        <p:nvSpPr>
          <p:cNvPr id="2" name="Title 1">
            <a:extLst>
              <a:ext uri="{FF2B5EF4-FFF2-40B4-BE49-F238E27FC236}">
                <a16:creationId xmlns:a16="http://schemas.microsoft.com/office/drawing/2014/main" id="{8CD2E165-2A26-EF38-7863-7342FD8F3487}"/>
              </a:ext>
            </a:extLst>
          </p:cNvPr>
          <p:cNvSpPr>
            <a:spLocks noGrp="1"/>
          </p:cNvSpPr>
          <p:nvPr>
            <p:ph type="title" hasCustomPrompt="1"/>
          </p:nvPr>
        </p:nvSpPr>
        <p:spPr>
          <a:xfrm>
            <a:off x="608138" y="1709929"/>
            <a:ext cx="6858000" cy="2669032"/>
          </a:xfrm>
        </p:spPr>
        <p:txBody>
          <a:bodyPr anchor="b">
            <a:normAutofit/>
          </a:bodyPr>
          <a:lstStyle>
            <a:lvl1pPr>
              <a:defRPr sz="4800" spc="15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1C204D2-F55A-7A14-2CBE-2F2E8017C47D}"/>
              </a:ext>
            </a:extLst>
          </p:cNvPr>
          <p:cNvSpPr>
            <a:spLocks noGrp="1"/>
          </p:cNvSpPr>
          <p:nvPr>
            <p:ph type="body" idx="1" hasCustomPrompt="1"/>
          </p:nvPr>
        </p:nvSpPr>
        <p:spPr>
          <a:xfrm>
            <a:off x="608138" y="4424130"/>
            <a:ext cx="6858000" cy="156891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en-US"/>
              <a:t>Want to add your own background image to a section header? Right-click the slide and select ‘Format Background…’ to open the Format Pane on the right. Then hit the ‘Insert’ button and add your image. Change your mind? Hit ‘Reset Background’ at the bottom of the Format Pane.</a:t>
            </a:r>
          </a:p>
        </p:txBody>
      </p:sp>
    </p:spTree>
    <p:extLst>
      <p:ext uri="{BB962C8B-B14F-4D97-AF65-F5344CB8AC3E}">
        <p14:creationId xmlns:p14="http://schemas.microsoft.com/office/powerpoint/2010/main" val="3834224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 Gold">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7306CE-C8E9-AF2F-E95E-DAF0FF98E7F8}"/>
              </a:ext>
            </a:extLst>
          </p:cNvPr>
          <p:cNvSpPr/>
          <p:nvPr/>
        </p:nvSpPr>
        <p:spPr>
          <a:xfrm>
            <a:off x="0" y="0"/>
            <a:ext cx="12192000" cy="6858000"/>
          </a:xfrm>
          <a:prstGeom prst="rect">
            <a:avLst/>
          </a:prstGeom>
          <a:solidFill>
            <a:schemeClr val="accent3">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1F80E48-A69A-7EC6-301E-3BC4CA272513}"/>
              </a:ext>
              <a:ext uri="{C183D7F6-B498-43B3-948B-1728B52AA6E4}">
                <adec:decorative xmlns:adec="http://schemas.microsoft.com/office/drawing/2017/decorative" val="1"/>
              </a:ext>
            </a:extLst>
          </p:cNvPr>
          <p:cNvPicPr>
            <a:picLocks noChangeAspect="1"/>
          </p:cNvPicPr>
          <p:nvPr/>
        </p:nvPicPr>
        <p:blipFill>
          <a:blip/>
          <a:srcRect t="10486" b="10486"/>
          <a:stretch/>
        </p:blipFill>
        <p:spPr>
          <a:xfrm>
            <a:off x="0" y="0"/>
            <a:ext cx="12192000" cy="125457"/>
          </a:xfrm>
          <a:prstGeom prst="rect">
            <a:avLst/>
          </a:prstGeom>
          <a:ln>
            <a:noFill/>
          </a:ln>
        </p:spPr>
      </p:pic>
      <p:sp>
        <p:nvSpPr>
          <p:cNvPr id="8" name="Date Placeholder 7">
            <a:extLst>
              <a:ext uri="{FF2B5EF4-FFF2-40B4-BE49-F238E27FC236}">
                <a16:creationId xmlns:a16="http://schemas.microsoft.com/office/drawing/2014/main" id="{36FF950F-6C95-30D2-8F6D-179E24462AD0}"/>
              </a:ext>
            </a:extLst>
          </p:cNvPr>
          <p:cNvSpPr>
            <a:spLocks noGrp="1"/>
          </p:cNvSpPr>
          <p:nvPr>
            <p:ph type="dt" sz="half" idx="10"/>
          </p:nvPr>
        </p:nvSpPr>
        <p:spPr/>
        <p:txBody>
          <a:bodyPr/>
          <a:lstStyle>
            <a:lvl1pPr>
              <a:defRPr>
                <a:solidFill>
                  <a:schemeClr val="tx2"/>
                </a:solidFill>
              </a:defRPr>
            </a:lvl1pPr>
          </a:lstStyle>
          <a:p>
            <a:fld id="{8A60A3F5-120A-A64C-8514-4F9CB3D10376}" type="datetimeFigureOut">
              <a:rPr lang="en-US" smtClean="0"/>
              <a:pPr/>
              <a:t>12/2/25</a:t>
            </a:fld>
            <a:endParaRPr lang="en-US"/>
          </a:p>
        </p:txBody>
      </p:sp>
      <p:sp>
        <p:nvSpPr>
          <p:cNvPr id="13" name="Footer Placeholder 12">
            <a:extLst>
              <a:ext uri="{FF2B5EF4-FFF2-40B4-BE49-F238E27FC236}">
                <a16:creationId xmlns:a16="http://schemas.microsoft.com/office/drawing/2014/main" id="{3121A777-E89A-E419-CBF5-6E0DBCE0B625}"/>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4" name="Slide Number Placeholder 13">
            <a:extLst>
              <a:ext uri="{FF2B5EF4-FFF2-40B4-BE49-F238E27FC236}">
                <a16:creationId xmlns:a16="http://schemas.microsoft.com/office/drawing/2014/main" id="{576A54CB-2F90-9925-245C-16AE05AE833F}"/>
              </a:ext>
            </a:extLst>
          </p:cNvPr>
          <p:cNvSpPr>
            <a:spLocks noGrp="1"/>
          </p:cNvSpPr>
          <p:nvPr>
            <p:ph type="sldNum" sz="quarter" idx="12"/>
          </p:nvPr>
        </p:nvSpPr>
        <p:spPr/>
        <p:txBody>
          <a:bodyPr/>
          <a:lstStyle>
            <a:lvl1pPr>
              <a:defRPr>
                <a:solidFill>
                  <a:schemeClr val="tx2"/>
                </a:solidFill>
              </a:defRPr>
            </a:lvl1pPr>
          </a:lstStyle>
          <a:p>
            <a:fld id="{8179B124-EE6F-DB4E-A403-682A40579A9A}" type="slidenum">
              <a:rPr lang="en-US" smtClean="0"/>
              <a:pPr/>
              <a:t>‹#›</a:t>
            </a:fld>
            <a:endParaRPr lang="en-US"/>
          </a:p>
        </p:txBody>
      </p:sp>
      <p:sp>
        <p:nvSpPr>
          <p:cNvPr id="2" name="Title 1">
            <a:extLst>
              <a:ext uri="{FF2B5EF4-FFF2-40B4-BE49-F238E27FC236}">
                <a16:creationId xmlns:a16="http://schemas.microsoft.com/office/drawing/2014/main" id="{8CD2E165-2A26-EF38-7863-7342FD8F3487}"/>
              </a:ext>
            </a:extLst>
          </p:cNvPr>
          <p:cNvSpPr>
            <a:spLocks noGrp="1"/>
          </p:cNvSpPr>
          <p:nvPr>
            <p:ph type="title" hasCustomPrompt="1"/>
          </p:nvPr>
        </p:nvSpPr>
        <p:spPr>
          <a:xfrm>
            <a:off x="4718756" y="1709929"/>
            <a:ext cx="6862182" cy="2669032"/>
          </a:xfrm>
        </p:spPr>
        <p:txBody>
          <a:bodyPr anchor="b">
            <a:normAutofit/>
          </a:bodyPr>
          <a:lstStyle>
            <a:lvl1pPr>
              <a:defRPr sz="4800" spc="150" baseline="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91C204D2-F55A-7A14-2CBE-2F2E8017C47D}"/>
              </a:ext>
            </a:extLst>
          </p:cNvPr>
          <p:cNvSpPr>
            <a:spLocks noGrp="1"/>
          </p:cNvSpPr>
          <p:nvPr>
            <p:ph type="body" idx="1" hasCustomPrompt="1"/>
          </p:nvPr>
        </p:nvSpPr>
        <p:spPr>
          <a:xfrm>
            <a:off x="4718756" y="4424130"/>
            <a:ext cx="6862182" cy="156891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Want to add your own background image to a section header? Right-click the slide and select ‘Format Background…’ to open the Format Pane on the right. Then hit the ‘Insert’ button and add your image. Change your mind? Hit ‘Reset Background’ at the bottom of the Format Pane.</a:t>
            </a:r>
          </a:p>
        </p:txBody>
      </p:sp>
    </p:spTree>
    <p:extLst>
      <p:ext uri="{BB962C8B-B14F-4D97-AF65-F5344CB8AC3E}">
        <p14:creationId xmlns:p14="http://schemas.microsoft.com/office/powerpoint/2010/main" val="2432216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ig 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154AA94-6C8E-83C9-2FBA-64F5EBC8F0CC}"/>
              </a:ext>
              <a:ext uri="{C183D7F6-B498-43B3-948B-1728B52AA6E4}">
                <adec:decorative xmlns:adec="http://schemas.microsoft.com/office/drawing/2017/decorative" val="1"/>
              </a:ext>
            </a:extLst>
          </p:cNvPr>
          <p:cNvPicPr>
            <a:picLocks noChangeAspect="1"/>
          </p:cNvPicPr>
          <p:nvPr/>
        </p:nvPicPr>
        <p:blipFill>
          <a:blip/>
          <a:srcRect/>
          <a:stretch/>
        </p:blipFill>
        <p:spPr>
          <a:xfrm>
            <a:off x="5334000" y="0"/>
            <a:ext cx="6858000" cy="6858000"/>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4063452 h 6858000"/>
              <a:gd name="connsiteX5" fmla="*/ 497840 w 6858000"/>
              <a:gd name="connsiteY5" fmla="*/ 3460690 h 6858000"/>
              <a:gd name="connsiteX6" fmla="*/ 0 w 6858000"/>
              <a:gd name="connsiteY6" fmla="*/ 285792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8000">
                <a:moveTo>
                  <a:pt x="0" y="0"/>
                </a:moveTo>
                <a:lnTo>
                  <a:pt x="6858000" y="0"/>
                </a:lnTo>
                <a:lnTo>
                  <a:pt x="6858000" y="6858000"/>
                </a:lnTo>
                <a:lnTo>
                  <a:pt x="0" y="6858000"/>
                </a:lnTo>
                <a:lnTo>
                  <a:pt x="0" y="4063452"/>
                </a:lnTo>
                <a:lnTo>
                  <a:pt x="497840" y="3460690"/>
                </a:lnTo>
                <a:lnTo>
                  <a:pt x="0" y="2857926"/>
                </a:lnTo>
                <a:close/>
              </a:path>
            </a:pathLst>
          </a:custGeom>
        </p:spPr>
      </p:pic>
      <p:sp>
        <p:nvSpPr>
          <p:cNvPr id="6" name="Picture Placeholder 5">
            <a:extLst>
              <a:ext uri="{FF2B5EF4-FFF2-40B4-BE49-F238E27FC236}">
                <a16:creationId xmlns:a16="http://schemas.microsoft.com/office/drawing/2014/main" id="{E3049668-4A8F-8AF4-17B4-C74FDB40BB5D}"/>
              </a:ext>
            </a:extLst>
          </p:cNvPr>
          <p:cNvSpPr>
            <a:spLocks noGrp="1"/>
          </p:cNvSpPr>
          <p:nvPr>
            <p:ph type="pic" sz="quarter" idx="18" hasCustomPrompt="1"/>
          </p:nvPr>
        </p:nvSpPr>
        <p:spPr>
          <a:xfrm>
            <a:off x="5333999" y="1"/>
            <a:ext cx="6857999" cy="6857999"/>
          </a:xfrm>
          <a:custGeom>
            <a:avLst/>
            <a:gdLst>
              <a:gd name="connsiteX0" fmla="*/ 0 w 6858000"/>
              <a:gd name="connsiteY0" fmla="*/ 0 h 6857999"/>
              <a:gd name="connsiteX1" fmla="*/ 6858000 w 6858000"/>
              <a:gd name="connsiteY1" fmla="*/ 0 h 6857999"/>
              <a:gd name="connsiteX2" fmla="*/ 6858000 w 6858000"/>
              <a:gd name="connsiteY2" fmla="*/ 6857999 h 6857999"/>
              <a:gd name="connsiteX3" fmla="*/ 0 w 6858000"/>
              <a:gd name="connsiteY3" fmla="*/ 6857999 h 6857999"/>
              <a:gd name="connsiteX4" fmla="*/ 0 w 6858000"/>
              <a:gd name="connsiteY4" fmla="*/ 4063452 h 6857999"/>
              <a:gd name="connsiteX5" fmla="*/ 497840 w 6858000"/>
              <a:gd name="connsiteY5" fmla="*/ 3460690 h 6857999"/>
              <a:gd name="connsiteX6" fmla="*/ 0 w 6858000"/>
              <a:gd name="connsiteY6" fmla="*/ 28579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0" y="0"/>
                </a:moveTo>
                <a:lnTo>
                  <a:pt x="6858000" y="0"/>
                </a:lnTo>
                <a:lnTo>
                  <a:pt x="6858000" y="6857999"/>
                </a:lnTo>
                <a:lnTo>
                  <a:pt x="0" y="6857999"/>
                </a:lnTo>
                <a:lnTo>
                  <a:pt x="0" y="4063452"/>
                </a:lnTo>
                <a:lnTo>
                  <a:pt x="497840" y="3460690"/>
                </a:lnTo>
                <a:lnTo>
                  <a:pt x="0" y="2857926"/>
                </a:lnTo>
                <a:close/>
              </a:path>
            </a:pathLst>
          </a:custGeom>
          <a:gradFill>
            <a:gsLst>
              <a:gs pos="25000">
                <a:schemeClr val="tx2">
                  <a:alpha val="0"/>
                </a:schemeClr>
              </a:gs>
              <a:gs pos="100000">
                <a:schemeClr val="tx2">
                  <a:alpha val="40000"/>
                </a:schemeClr>
              </a:gs>
            </a:gsLst>
            <a:lin ang="5400000" scaled="1"/>
          </a:gradFill>
        </p:spPr>
        <p:txBody>
          <a:bodyPr wrap="square" lIns="457200" tIns="457200" rIns="457200" bIns="457200" anchor="b">
            <a:noAutofit/>
          </a:bodyPr>
          <a:lstStyle>
            <a:lvl1pPr marL="0" indent="0" algn="l">
              <a:buNone/>
              <a:defRPr sz="1800">
                <a:solidFill>
                  <a:schemeClr val="bg1"/>
                </a:solidFill>
              </a:defRPr>
            </a:lvl1pPr>
          </a:lstStyle>
          <a:p>
            <a:r>
              <a:rPr lang="en-US"/>
              <a:t>Optional: Click the icon in the center to add a custom image. </a:t>
            </a:r>
            <a:br>
              <a:rPr lang="en-US"/>
            </a:br>
            <a:r>
              <a:rPr lang="en-US"/>
              <a:t>Be careful not to move the frame, or the placeholder image beneath may peek through.</a:t>
            </a:r>
            <a:br>
              <a:rPr lang="en-US"/>
            </a:br>
            <a:r>
              <a:rPr lang="en-US"/>
              <a:t>Delete the frame if you don’t want to customize the image.</a:t>
            </a:r>
          </a:p>
        </p:txBody>
      </p:sp>
      <p:sp>
        <p:nvSpPr>
          <p:cNvPr id="4" name="Text Placeholder 3">
            <a:extLst>
              <a:ext uri="{FF2B5EF4-FFF2-40B4-BE49-F238E27FC236}">
                <a16:creationId xmlns:a16="http://schemas.microsoft.com/office/drawing/2014/main" id="{B63A6AA5-9CD1-502A-C6B1-DAD0AFDA1030}"/>
              </a:ext>
            </a:extLst>
          </p:cNvPr>
          <p:cNvSpPr>
            <a:spLocks noGrp="1"/>
          </p:cNvSpPr>
          <p:nvPr>
            <p:ph type="body" sz="half" idx="2" hasCustomPrompt="1"/>
          </p:nvPr>
        </p:nvSpPr>
        <p:spPr>
          <a:xfrm>
            <a:off x="608138" y="3429000"/>
            <a:ext cx="4045142" cy="2556761"/>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When adding a custom image, be careful not to move the frame, or the bottom image may peek through.</a:t>
            </a:r>
          </a:p>
        </p:txBody>
      </p:sp>
      <p:sp>
        <p:nvSpPr>
          <p:cNvPr id="21" name="Date Placeholder 20">
            <a:extLst>
              <a:ext uri="{FF2B5EF4-FFF2-40B4-BE49-F238E27FC236}">
                <a16:creationId xmlns:a16="http://schemas.microsoft.com/office/drawing/2014/main" id="{7E88F7B4-3ADF-6404-8C1D-13E03B8BC090}"/>
              </a:ext>
            </a:extLst>
          </p:cNvPr>
          <p:cNvSpPr>
            <a:spLocks noGrp="1"/>
          </p:cNvSpPr>
          <p:nvPr>
            <p:ph type="dt" sz="half" idx="19"/>
          </p:nvPr>
        </p:nvSpPr>
        <p:spPr/>
        <p:txBody>
          <a:bodyPr/>
          <a:lstStyle/>
          <a:p>
            <a:fld id="{8A60A3F5-120A-A64C-8514-4F9CB3D10376}" type="datetimeFigureOut">
              <a:rPr lang="en-US" smtClean="0"/>
              <a:pPr/>
              <a:t>12/2/25</a:t>
            </a:fld>
            <a:endParaRPr lang="en-US"/>
          </a:p>
        </p:txBody>
      </p:sp>
      <p:sp>
        <p:nvSpPr>
          <p:cNvPr id="22" name="Footer Placeholder 21">
            <a:extLst>
              <a:ext uri="{FF2B5EF4-FFF2-40B4-BE49-F238E27FC236}">
                <a16:creationId xmlns:a16="http://schemas.microsoft.com/office/drawing/2014/main" id="{7B682567-EB11-07E9-BEFD-ACE2156CD99B}"/>
              </a:ext>
            </a:extLst>
          </p:cNvPr>
          <p:cNvSpPr>
            <a:spLocks noGrp="1"/>
          </p:cNvSpPr>
          <p:nvPr>
            <p:ph type="ftr" sz="quarter" idx="20"/>
          </p:nvPr>
        </p:nvSpPr>
        <p:spPr/>
        <p:txBody>
          <a:bodyPr/>
          <a:lstStyle/>
          <a:p>
            <a:endParaRPr lang="en-US"/>
          </a:p>
        </p:txBody>
      </p:sp>
      <p:sp>
        <p:nvSpPr>
          <p:cNvPr id="23" name="Slide Number Placeholder 22">
            <a:extLst>
              <a:ext uri="{FF2B5EF4-FFF2-40B4-BE49-F238E27FC236}">
                <a16:creationId xmlns:a16="http://schemas.microsoft.com/office/drawing/2014/main" id="{3BAF39BA-9DFA-BAEE-5B10-3220677C0A60}"/>
              </a:ext>
            </a:extLst>
          </p:cNvPr>
          <p:cNvSpPr>
            <a:spLocks noGrp="1"/>
          </p:cNvSpPr>
          <p:nvPr>
            <p:ph type="sldNum" sz="quarter" idx="21"/>
          </p:nvPr>
        </p:nvSpPr>
        <p:spPr/>
        <p:txBody>
          <a:bodyPr/>
          <a:lstStyle/>
          <a:p>
            <a:fld id="{8179B124-EE6F-DB4E-A403-682A40579A9A}" type="slidenum">
              <a:rPr lang="en-US" smtClean="0"/>
              <a:pPr/>
              <a:t>‹#›</a:t>
            </a:fld>
            <a:endParaRPr lang="en-US"/>
          </a:p>
        </p:txBody>
      </p:sp>
      <p:sp>
        <p:nvSpPr>
          <p:cNvPr id="3" name="Title 1">
            <a:extLst>
              <a:ext uri="{FF2B5EF4-FFF2-40B4-BE49-F238E27FC236}">
                <a16:creationId xmlns:a16="http://schemas.microsoft.com/office/drawing/2014/main" id="{5934830D-FBB2-5A9E-6DE0-C3A239A25306}"/>
              </a:ext>
            </a:extLst>
          </p:cNvPr>
          <p:cNvSpPr>
            <a:spLocks noGrp="1"/>
          </p:cNvSpPr>
          <p:nvPr>
            <p:ph type="title"/>
          </p:nvPr>
        </p:nvSpPr>
        <p:spPr>
          <a:xfrm>
            <a:off x="608138" y="619759"/>
            <a:ext cx="4045142" cy="2506278"/>
          </a:xfrm>
        </p:spPr>
        <p:txBody>
          <a:bodyPr>
            <a:normAutofit/>
          </a:bodyPr>
          <a:lstStyle>
            <a:lvl1pPr>
              <a:defRPr sz="4000"/>
            </a:lvl1pPr>
          </a:lstStyle>
          <a:p>
            <a:r>
              <a:rPr lang="en-US"/>
              <a:t>Click to edit Master title style</a:t>
            </a:r>
          </a:p>
        </p:txBody>
      </p:sp>
    </p:spTree>
    <p:extLst>
      <p:ext uri="{BB962C8B-B14F-4D97-AF65-F5344CB8AC3E}">
        <p14:creationId xmlns:p14="http://schemas.microsoft.com/office/powerpoint/2010/main" val="371852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ext with Color Block - 2 colum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06C98F6-1BE6-7690-A88D-7E1F54A972A8}"/>
              </a:ext>
              <a:ext uri="{C183D7F6-B498-43B3-948B-1728B52AA6E4}">
                <adec:decorative xmlns:adec="http://schemas.microsoft.com/office/drawing/2017/decorative" val="1"/>
              </a:ext>
            </a:extLst>
          </p:cNvPr>
          <p:cNvSpPr/>
          <p:nvPr/>
        </p:nvSpPr>
        <p:spPr>
          <a:xfrm>
            <a:off x="6096000" y="0"/>
            <a:ext cx="6096000"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11B958C2-046F-C838-40E5-86B102C15D30}"/>
              </a:ext>
            </a:extLst>
          </p:cNvPr>
          <p:cNvSpPr>
            <a:spLocks noGrp="1"/>
          </p:cNvSpPr>
          <p:nvPr>
            <p:ph type="body" sz="quarter" idx="3" hasCustomPrompt="1"/>
          </p:nvPr>
        </p:nvSpPr>
        <p:spPr>
          <a:xfrm>
            <a:off x="7940766" y="2193789"/>
            <a:ext cx="2403543" cy="692497"/>
          </a:xfrm>
          <a:solidFill>
            <a:schemeClr val="bg1"/>
          </a:solidFill>
        </p:spPr>
        <p:txBody>
          <a:bodyPr wrap="none" lIns="182880" tIns="91440" rIns="182880" anchor="ctr" anchorCtr="0">
            <a:spAutoFit/>
          </a:bodyPr>
          <a:lstStyle>
            <a:lvl1pPr marL="0" indent="0" algn="ctr">
              <a:lnSpc>
                <a:spcPct val="100000"/>
              </a:lnSpc>
              <a:buNone/>
              <a:defRPr sz="3600" b="1" spc="15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CALLOUT</a:t>
            </a:r>
          </a:p>
        </p:txBody>
      </p:sp>
      <p:sp>
        <p:nvSpPr>
          <p:cNvPr id="6" name="Content Placeholder 5">
            <a:extLst>
              <a:ext uri="{FF2B5EF4-FFF2-40B4-BE49-F238E27FC236}">
                <a16:creationId xmlns:a16="http://schemas.microsoft.com/office/drawing/2014/main" id="{4CA84315-61EC-C4BD-1947-D38A94E7E860}"/>
              </a:ext>
            </a:extLst>
          </p:cNvPr>
          <p:cNvSpPr>
            <a:spLocks noGrp="1"/>
          </p:cNvSpPr>
          <p:nvPr>
            <p:ph sz="quarter" idx="4"/>
          </p:nvPr>
        </p:nvSpPr>
        <p:spPr>
          <a:xfrm>
            <a:off x="6704136" y="3139440"/>
            <a:ext cx="4876802" cy="3050222"/>
          </a:xfrm>
        </p:spPr>
        <p:txBody>
          <a:bodyPr/>
          <a:lstStyle>
            <a:lvl1pPr marL="0" indent="0" algn="ctr">
              <a:buNone/>
              <a:defRPr>
                <a:solidFill>
                  <a:schemeClr val="tx2"/>
                </a:solidFill>
              </a:defRPr>
            </a:lvl1pPr>
            <a:lvl2pPr marL="457200" indent="0" algn="ctr">
              <a:buNone/>
              <a:defRPr/>
            </a:lvl2pPr>
            <a:lvl3pPr algn="ctr">
              <a:defRPr/>
            </a:lvl3pPr>
            <a:lvl4pPr algn="ctr">
              <a:defRPr/>
            </a:lvl4pPr>
            <a:lvl5pPr algn="ctr">
              <a:defRPr/>
            </a:lvl5pPr>
          </a:lstStyle>
          <a:p>
            <a:pPr lvl="0"/>
            <a:r>
              <a:rPr lang="en-US"/>
              <a:t>Click to edit Master text styles</a:t>
            </a:r>
          </a:p>
        </p:txBody>
      </p:sp>
      <p:sp>
        <p:nvSpPr>
          <p:cNvPr id="7" name="Date Placeholder 6">
            <a:extLst>
              <a:ext uri="{FF2B5EF4-FFF2-40B4-BE49-F238E27FC236}">
                <a16:creationId xmlns:a16="http://schemas.microsoft.com/office/drawing/2014/main" id="{315266ED-5147-6F25-73F0-AC7294412B02}"/>
              </a:ext>
            </a:extLst>
          </p:cNvPr>
          <p:cNvSpPr>
            <a:spLocks noGrp="1"/>
          </p:cNvSpPr>
          <p:nvPr>
            <p:ph type="dt" sz="half" idx="10"/>
          </p:nvPr>
        </p:nvSpPr>
        <p:spPr/>
        <p:txBody>
          <a:bodyPr/>
          <a:lstStyle/>
          <a:p>
            <a:fld id="{8A60A3F5-120A-A64C-8514-4F9CB3D10376}" type="datetimeFigureOut">
              <a:rPr lang="en-US" smtClean="0"/>
              <a:t>12/2/25</a:t>
            </a:fld>
            <a:endParaRPr lang="en-US"/>
          </a:p>
        </p:txBody>
      </p:sp>
      <p:sp>
        <p:nvSpPr>
          <p:cNvPr id="8" name="Footer Placeholder 7">
            <a:extLst>
              <a:ext uri="{FF2B5EF4-FFF2-40B4-BE49-F238E27FC236}">
                <a16:creationId xmlns:a16="http://schemas.microsoft.com/office/drawing/2014/main" id="{26E4DCBE-66D9-F157-C37B-0B55EA5C7C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EB7F6-D878-689A-E7DD-9B0E4E283BC4}"/>
              </a:ext>
            </a:extLst>
          </p:cNvPr>
          <p:cNvSpPr>
            <a:spLocks noGrp="1"/>
          </p:cNvSpPr>
          <p:nvPr>
            <p:ph type="sldNum" sz="quarter" idx="12"/>
          </p:nvPr>
        </p:nvSpPr>
        <p:spPr/>
        <p:txBody>
          <a:bodyPr/>
          <a:lstStyle/>
          <a:p>
            <a:fld id="{8179B124-EE6F-DB4E-A403-682A40579A9A}" type="slidenum">
              <a:rPr lang="en-US" smtClean="0"/>
              <a:t>‹#›</a:t>
            </a:fld>
            <a:endParaRPr lang="en-US"/>
          </a:p>
        </p:txBody>
      </p:sp>
      <p:sp>
        <p:nvSpPr>
          <p:cNvPr id="11" name="Text Placeholder 3">
            <a:extLst>
              <a:ext uri="{FF2B5EF4-FFF2-40B4-BE49-F238E27FC236}">
                <a16:creationId xmlns:a16="http://schemas.microsoft.com/office/drawing/2014/main" id="{CB6D8E76-7443-829D-3BDF-53D63BEA8469}"/>
              </a:ext>
            </a:extLst>
          </p:cNvPr>
          <p:cNvSpPr>
            <a:spLocks noGrp="1"/>
          </p:cNvSpPr>
          <p:nvPr>
            <p:ph type="body" sz="half" idx="2" hasCustomPrompt="1"/>
          </p:nvPr>
        </p:nvSpPr>
        <p:spPr>
          <a:xfrm>
            <a:off x="608138" y="3429000"/>
            <a:ext cx="4743580" cy="2556761"/>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When adding a custom image, be careful not to move the frame, or the bottom image may peek through.</a:t>
            </a:r>
          </a:p>
        </p:txBody>
      </p:sp>
      <p:sp>
        <p:nvSpPr>
          <p:cNvPr id="12" name="Title 1">
            <a:extLst>
              <a:ext uri="{FF2B5EF4-FFF2-40B4-BE49-F238E27FC236}">
                <a16:creationId xmlns:a16="http://schemas.microsoft.com/office/drawing/2014/main" id="{229E924E-32C2-34F9-21F3-FE6656ED345D}"/>
              </a:ext>
            </a:extLst>
          </p:cNvPr>
          <p:cNvSpPr>
            <a:spLocks noGrp="1"/>
          </p:cNvSpPr>
          <p:nvPr>
            <p:ph type="title"/>
          </p:nvPr>
        </p:nvSpPr>
        <p:spPr>
          <a:xfrm>
            <a:off x="608138" y="619759"/>
            <a:ext cx="4743580" cy="2506278"/>
          </a:xfrm>
        </p:spPr>
        <p:txBody>
          <a:bodyPr>
            <a:normAutofit/>
          </a:bodyPr>
          <a:lstStyle>
            <a:lvl1pPr>
              <a:defRPr sz="4000"/>
            </a:lvl1pPr>
          </a:lstStyle>
          <a:p>
            <a:r>
              <a:rPr lang="en-US"/>
              <a:t>Click to edit Master title style</a:t>
            </a:r>
          </a:p>
        </p:txBody>
      </p:sp>
    </p:spTree>
    <p:extLst>
      <p:ext uri="{BB962C8B-B14F-4D97-AF65-F5344CB8AC3E}">
        <p14:creationId xmlns:p14="http://schemas.microsoft.com/office/powerpoint/2010/main" val="2349533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lor Block - 2 colum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06C98F6-1BE6-7690-A88D-7E1F54A972A8}"/>
              </a:ext>
              <a:ext uri="{C183D7F6-B498-43B3-948B-1728B52AA6E4}">
                <adec:decorative xmlns:adec="http://schemas.microsoft.com/office/drawing/2017/decorative" val="1"/>
              </a:ext>
            </a:extLst>
          </p:cNvPr>
          <p:cNvSpPr/>
          <p:nvPr/>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A99B2DC-ECD6-8854-2B5F-037D2BD1A8F4}"/>
              </a:ext>
              <a:ext uri="{C183D7F6-B498-43B3-948B-1728B52AA6E4}">
                <adec:decorative xmlns:adec="http://schemas.microsoft.com/office/drawing/2017/decorative" val="1"/>
              </a:ext>
            </a:extLst>
          </p:cNvPr>
          <p:cNvSpPr/>
          <p:nvPr/>
        </p:nvSpPr>
        <p:spPr>
          <a:xfrm>
            <a:off x="0" y="0"/>
            <a:ext cx="6096000" cy="6858000"/>
          </a:xfrm>
          <a:prstGeom prst="rect">
            <a:avLst/>
          </a:prstGeom>
          <a:solidFill>
            <a:srgbClr val="D7BD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778CA17B-BFC1-E0F0-179B-A7F447E276BB}"/>
              </a:ext>
            </a:extLst>
          </p:cNvPr>
          <p:cNvSpPr>
            <a:spLocks noGrp="1"/>
          </p:cNvSpPr>
          <p:nvPr>
            <p:ph sz="half" idx="2"/>
          </p:nvPr>
        </p:nvSpPr>
        <p:spPr>
          <a:xfrm>
            <a:off x="608137" y="3139440"/>
            <a:ext cx="4876801" cy="3050222"/>
          </a:xfrm>
        </p:spPr>
        <p:txBody>
          <a:bodyPr/>
          <a:lstStyle>
            <a:lvl1pPr marL="0" indent="0" algn="ctr">
              <a:buNone/>
              <a:defRPr>
                <a:solidFill>
                  <a:schemeClr val="tx2"/>
                </a:solidFill>
              </a:defRPr>
            </a:lvl1pPr>
            <a:lvl2pPr algn="ctr">
              <a:defRPr/>
            </a:lvl2pPr>
            <a:lvl3pPr algn="ctr">
              <a:defRPr/>
            </a:lvl3pPr>
            <a:lvl4pPr algn="ctr">
              <a:defRPr/>
            </a:lvl4pPr>
            <a:lvl5pPr algn="ctr">
              <a:defRPr/>
            </a:lvl5pPr>
          </a:lstStyle>
          <a:p>
            <a:pPr lvl="0"/>
            <a:r>
              <a:rPr lang="en-US" dirty="0"/>
              <a:t>Click to edit Master text styles</a:t>
            </a:r>
          </a:p>
        </p:txBody>
      </p:sp>
      <p:sp>
        <p:nvSpPr>
          <p:cNvPr id="6" name="Content Placeholder 5">
            <a:extLst>
              <a:ext uri="{FF2B5EF4-FFF2-40B4-BE49-F238E27FC236}">
                <a16:creationId xmlns:a16="http://schemas.microsoft.com/office/drawing/2014/main" id="{4CA84315-61EC-C4BD-1947-D38A94E7E860}"/>
              </a:ext>
            </a:extLst>
          </p:cNvPr>
          <p:cNvSpPr>
            <a:spLocks noGrp="1"/>
          </p:cNvSpPr>
          <p:nvPr>
            <p:ph sz="quarter" idx="4"/>
          </p:nvPr>
        </p:nvSpPr>
        <p:spPr>
          <a:xfrm>
            <a:off x="6704136" y="3139440"/>
            <a:ext cx="4876802" cy="3050222"/>
          </a:xfrm>
        </p:spPr>
        <p:txBody>
          <a:bodyPr/>
          <a:lstStyle>
            <a:lvl1pPr marL="0" indent="0" algn="ctr">
              <a:buNone/>
              <a:defRPr>
                <a:solidFill>
                  <a:schemeClr val="bg1"/>
                </a:solidFill>
              </a:defRPr>
            </a:lvl1pPr>
            <a:lvl2pPr marL="457200" indent="0" algn="ctr">
              <a:buNone/>
              <a:defRPr/>
            </a:lvl2pPr>
            <a:lvl3pPr algn="ctr">
              <a:defRPr/>
            </a:lvl3pPr>
            <a:lvl4pPr algn="ctr">
              <a:defRPr/>
            </a:lvl4pPr>
            <a:lvl5pPr algn="ctr">
              <a:defRPr/>
            </a:lvl5pPr>
          </a:lstStyle>
          <a:p>
            <a:pPr lvl="0"/>
            <a:r>
              <a:rPr lang="en-US"/>
              <a:t>Click to edit Master text styles</a:t>
            </a:r>
          </a:p>
        </p:txBody>
      </p:sp>
      <p:sp>
        <p:nvSpPr>
          <p:cNvPr id="7" name="Date Placeholder 6">
            <a:extLst>
              <a:ext uri="{FF2B5EF4-FFF2-40B4-BE49-F238E27FC236}">
                <a16:creationId xmlns:a16="http://schemas.microsoft.com/office/drawing/2014/main" id="{315266ED-5147-6F25-73F0-AC7294412B02}"/>
              </a:ext>
            </a:extLst>
          </p:cNvPr>
          <p:cNvSpPr>
            <a:spLocks noGrp="1"/>
          </p:cNvSpPr>
          <p:nvPr>
            <p:ph type="dt" sz="half" idx="10"/>
          </p:nvPr>
        </p:nvSpPr>
        <p:spPr/>
        <p:txBody>
          <a:bodyPr/>
          <a:lstStyle/>
          <a:p>
            <a:fld id="{8A60A3F5-120A-A64C-8514-4F9CB3D10376}" type="datetimeFigureOut">
              <a:rPr lang="en-US" smtClean="0"/>
              <a:t>12/2/25</a:t>
            </a:fld>
            <a:endParaRPr lang="en-US"/>
          </a:p>
        </p:txBody>
      </p:sp>
      <p:sp>
        <p:nvSpPr>
          <p:cNvPr id="8" name="Footer Placeholder 7">
            <a:extLst>
              <a:ext uri="{FF2B5EF4-FFF2-40B4-BE49-F238E27FC236}">
                <a16:creationId xmlns:a16="http://schemas.microsoft.com/office/drawing/2014/main" id="{26E4DCBE-66D9-F157-C37B-0B55EA5C7C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EB7F6-D878-689A-E7DD-9B0E4E283BC4}"/>
              </a:ext>
            </a:extLst>
          </p:cNvPr>
          <p:cNvSpPr>
            <a:spLocks noGrp="1"/>
          </p:cNvSpPr>
          <p:nvPr>
            <p:ph type="sldNum" sz="quarter" idx="12"/>
          </p:nvPr>
        </p:nvSpPr>
        <p:spPr/>
        <p:txBody>
          <a:bodyPr/>
          <a:lstStyle/>
          <a:p>
            <a:fld id="{8179B124-EE6F-DB4E-A403-682A40579A9A}" type="slidenum">
              <a:rPr lang="en-US" smtClean="0"/>
              <a:t>‹#›</a:t>
            </a:fld>
            <a:endParaRPr lang="en-US"/>
          </a:p>
        </p:txBody>
      </p:sp>
      <p:sp>
        <p:nvSpPr>
          <p:cNvPr id="2" name="Text Placeholder 4">
            <a:extLst>
              <a:ext uri="{FF2B5EF4-FFF2-40B4-BE49-F238E27FC236}">
                <a16:creationId xmlns:a16="http://schemas.microsoft.com/office/drawing/2014/main" id="{E70A7FC6-BD39-45E8-B9B0-E969004E0012}"/>
              </a:ext>
            </a:extLst>
          </p:cNvPr>
          <p:cNvSpPr>
            <a:spLocks noGrp="1"/>
          </p:cNvSpPr>
          <p:nvPr>
            <p:ph type="body" sz="quarter" idx="3" hasCustomPrompt="1"/>
          </p:nvPr>
        </p:nvSpPr>
        <p:spPr>
          <a:xfrm>
            <a:off x="7940766" y="2105617"/>
            <a:ext cx="2403543" cy="692497"/>
          </a:xfrm>
          <a:solidFill>
            <a:schemeClr val="accent2"/>
          </a:solidFill>
        </p:spPr>
        <p:txBody>
          <a:bodyPr wrap="none" lIns="182880" tIns="91440" rIns="182880" anchor="ctr" anchorCtr="0">
            <a:spAutoFit/>
          </a:bodyPr>
          <a:lstStyle>
            <a:lvl1pPr marL="0" indent="0" algn="ctr">
              <a:lnSpc>
                <a:spcPct val="100000"/>
              </a:lnSpc>
              <a:buNone/>
              <a:defRPr sz="3600" b="1" spc="15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a:t>
            </a:r>
          </a:p>
        </p:txBody>
      </p:sp>
      <p:sp>
        <p:nvSpPr>
          <p:cNvPr id="11" name="Text Placeholder 4">
            <a:extLst>
              <a:ext uri="{FF2B5EF4-FFF2-40B4-BE49-F238E27FC236}">
                <a16:creationId xmlns:a16="http://schemas.microsoft.com/office/drawing/2014/main" id="{EEFD25E3-1387-8DCC-3CD1-5B72513806A7}"/>
              </a:ext>
            </a:extLst>
          </p:cNvPr>
          <p:cNvSpPr>
            <a:spLocks noGrp="1"/>
          </p:cNvSpPr>
          <p:nvPr>
            <p:ph type="body" sz="quarter" idx="13" hasCustomPrompt="1"/>
          </p:nvPr>
        </p:nvSpPr>
        <p:spPr>
          <a:xfrm>
            <a:off x="1783034" y="2105617"/>
            <a:ext cx="2403543" cy="692497"/>
          </a:xfrm>
          <a:solidFill>
            <a:schemeClr val="accent2"/>
          </a:solidFill>
        </p:spPr>
        <p:txBody>
          <a:bodyPr wrap="none" lIns="182880" tIns="91440" rIns="182880" anchor="ctr" anchorCtr="0">
            <a:spAutoFit/>
          </a:bodyPr>
          <a:lstStyle>
            <a:lvl1pPr marL="0" indent="0" algn="ctr">
              <a:lnSpc>
                <a:spcPct val="100000"/>
              </a:lnSpc>
              <a:buNone/>
              <a:defRPr sz="3600" b="1" spc="15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a:t>
            </a:r>
          </a:p>
        </p:txBody>
      </p:sp>
    </p:spTree>
    <p:extLst>
      <p:ext uri="{BB962C8B-B14F-4D97-AF65-F5344CB8AC3E}">
        <p14:creationId xmlns:p14="http://schemas.microsoft.com/office/powerpoint/2010/main" val="11723908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DB370EF-D7D5-9287-4375-7CDD35E65F78}"/>
              </a:ext>
              <a:ext uri="{C183D7F6-B498-43B3-948B-1728B52AA6E4}">
                <adec:decorative xmlns:adec="http://schemas.microsoft.com/office/drawing/2017/decorative" val="1"/>
              </a:ext>
            </a:extLst>
          </p:cNvPr>
          <p:cNvSpPr/>
          <p:nvPr/>
        </p:nvSpPr>
        <p:spPr>
          <a:xfrm flipH="1">
            <a:off x="8351520" y="0"/>
            <a:ext cx="384048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2058621-1B9D-377D-AABD-3FEBA3743600}"/>
              </a:ext>
              <a:ext uri="{C183D7F6-B498-43B3-948B-1728B52AA6E4}">
                <adec:decorative xmlns:adec="http://schemas.microsoft.com/office/drawing/2017/decorative" val="1"/>
              </a:ext>
            </a:extLst>
          </p:cNvPr>
          <p:cNvPicPr>
            <a:picLocks noChangeAspect="1"/>
          </p:cNvPicPr>
          <p:nvPr/>
        </p:nvPicPr>
        <p:blipFill rotWithShape="1">
          <a:blip/>
          <a:srcRect l="12852" t="3214" r="17" b="9647"/>
          <a:stretch/>
        </p:blipFill>
        <p:spPr>
          <a:xfrm>
            <a:off x="5963920" y="619759"/>
            <a:ext cx="5615878" cy="5616448"/>
          </a:xfrm>
          <a:prstGeom prst="rect">
            <a:avLst/>
          </a:prstGeom>
        </p:spPr>
      </p:pic>
      <p:sp>
        <p:nvSpPr>
          <p:cNvPr id="4" name="Text Placeholder 3">
            <a:extLst>
              <a:ext uri="{FF2B5EF4-FFF2-40B4-BE49-F238E27FC236}">
                <a16:creationId xmlns:a16="http://schemas.microsoft.com/office/drawing/2014/main" id="{B63A6AA5-9CD1-502A-C6B1-DAD0AFDA1030}"/>
              </a:ext>
            </a:extLst>
          </p:cNvPr>
          <p:cNvSpPr>
            <a:spLocks noGrp="1"/>
          </p:cNvSpPr>
          <p:nvPr>
            <p:ph type="body" sz="half" idx="2" hasCustomPrompt="1"/>
          </p:nvPr>
        </p:nvSpPr>
        <p:spPr>
          <a:xfrm>
            <a:off x="608138" y="3429000"/>
            <a:ext cx="4743580" cy="2556761"/>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When adding a custom image, be careful not to move the frame, or the bottom image may peek through.</a:t>
            </a:r>
          </a:p>
        </p:txBody>
      </p:sp>
      <p:sp>
        <p:nvSpPr>
          <p:cNvPr id="16" name="Picture Placeholder 15">
            <a:extLst>
              <a:ext uri="{FF2B5EF4-FFF2-40B4-BE49-F238E27FC236}">
                <a16:creationId xmlns:a16="http://schemas.microsoft.com/office/drawing/2014/main" id="{C770BF24-8D00-40A6-9C69-742A02DC93AB}"/>
              </a:ext>
            </a:extLst>
          </p:cNvPr>
          <p:cNvSpPr>
            <a:spLocks noGrp="1"/>
          </p:cNvSpPr>
          <p:nvPr>
            <p:ph type="pic" sz="quarter" idx="18" hasCustomPrompt="1"/>
          </p:nvPr>
        </p:nvSpPr>
        <p:spPr>
          <a:xfrm>
            <a:off x="5963919" y="621791"/>
            <a:ext cx="5615877" cy="5616449"/>
          </a:xfrm>
          <a:solidFill>
            <a:schemeClr val="tx2">
              <a:alpha val="23107"/>
            </a:schemeClr>
          </a:solidFill>
        </p:spPr>
        <p:txBody>
          <a:bodyPr lIns="457200" tIns="457200" rIns="457200" bIns="457200" anchor="b">
            <a:normAutofit/>
          </a:bodyPr>
          <a:lstStyle>
            <a:lvl1pPr marL="0" indent="0" algn="l">
              <a:buNone/>
              <a:defRPr sz="1800">
                <a:solidFill>
                  <a:schemeClr val="bg1"/>
                </a:solidFill>
              </a:defRPr>
            </a:lvl1pPr>
          </a:lstStyle>
          <a:p>
            <a:r>
              <a:rPr lang="en-US"/>
              <a:t>Optional: Click the icon in the center to add a custom image. </a:t>
            </a:r>
            <a:br>
              <a:rPr lang="en-US"/>
            </a:br>
            <a:r>
              <a:rPr lang="en-US"/>
              <a:t>Be careful not to move the frame, or the placeholder image beneath may peek through.</a:t>
            </a:r>
            <a:br>
              <a:rPr lang="en-US"/>
            </a:br>
            <a:r>
              <a:rPr lang="en-US"/>
              <a:t>Delete the frame if you don’t want to customize the image.</a:t>
            </a:r>
          </a:p>
        </p:txBody>
      </p:sp>
      <p:sp>
        <p:nvSpPr>
          <p:cNvPr id="21" name="Date Placeholder 20">
            <a:extLst>
              <a:ext uri="{FF2B5EF4-FFF2-40B4-BE49-F238E27FC236}">
                <a16:creationId xmlns:a16="http://schemas.microsoft.com/office/drawing/2014/main" id="{7E88F7B4-3ADF-6404-8C1D-13E03B8BC090}"/>
              </a:ext>
            </a:extLst>
          </p:cNvPr>
          <p:cNvSpPr>
            <a:spLocks noGrp="1"/>
          </p:cNvSpPr>
          <p:nvPr>
            <p:ph type="dt" sz="half" idx="19"/>
          </p:nvPr>
        </p:nvSpPr>
        <p:spPr/>
        <p:txBody>
          <a:bodyPr/>
          <a:lstStyle/>
          <a:p>
            <a:fld id="{8A60A3F5-120A-A64C-8514-4F9CB3D10376}" type="datetimeFigureOut">
              <a:rPr lang="en-US" smtClean="0"/>
              <a:pPr/>
              <a:t>12/2/25</a:t>
            </a:fld>
            <a:endParaRPr lang="en-US"/>
          </a:p>
        </p:txBody>
      </p:sp>
      <p:sp>
        <p:nvSpPr>
          <p:cNvPr id="22" name="Footer Placeholder 21">
            <a:extLst>
              <a:ext uri="{FF2B5EF4-FFF2-40B4-BE49-F238E27FC236}">
                <a16:creationId xmlns:a16="http://schemas.microsoft.com/office/drawing/2014/main" id="{7B682567-EB11-07E9-BEFD-ACE2156CD99B}"/>
              </a:ext>
            </a:extLst>
          </p:cNvPr>
          <p:cNvSpPr>
            <a:spLocks noGrp="1"/>
          </p:cNvSpPr>
          <p:nvPr>
            <p:ph type="ftr" sz="quarter" idx="20"/>
          </p:nvPr>
        </p:nvSpPr>
        <p:spPr/>
        <p:txBody>
          <a:bodyPr/>
          <a:lstStyle/>
          <a:p>
            <a:endParaRPr lang="en-US"/>
          </a:p>
        </p:txBody>
      </p:sp>
      <p:sp>
        <p:nvSpPr>
          <p:cNvPr id="23" name="Slide Number Placeholder 22">
            <a:extLst>
              <a:ext uri="{FF2B5EF4-FFF2-40B4-BE49-F238E27FC236}">
                <a16:creationId xmlns:a16="http://schemas.microsoft.com/office/drawing/2014/main" id="{3BAF39BA-9DFA-BAEE-5B10-3220677C0A60}"/>
              </a:ext>
            </a:extLst>
          </p:cNvPr>
          <p:cNvSpPr>
            <a:spLocks noGrp="1"/>
          </p:cNvSpPr>
          <p:nvPr>
            <p:ph type="sldNum" sz="quarter" idx="21"/>
          </p:nvPr>
        </p:nvSpPr>
        <p:spPr/>
        <p:txBody>
          <a:bodyPr/>
          <a:lstStyle/>
          <a:p>
            <a:fld id="{8179B124-EE6F-DB4E-A403-682A40579A9A}" type="slidenum">
              <a:rPr lang="en-US" smtClean="0"/>
              <a:pPr/>
              <a:t>‹#›</a:t>
            </a:fld>
            <a:endParaRPr lang="en-US"/>
          </a:p>
        </p:txBody>
      </p:sp>
      <p:sp>
        <p:nvSpPr>
          <p:cNvPr id="3" name="Title 1">
            <a:extLst>
              <a:ext uri="{FF2B5EF4-FFF2-40B4-BE49-F238E27FC236}">
                <a16:creationId xmlns:a16="http://schemas.microsoft.com/office/drawing/2014/main" id="{5934830D-FBB2-5A9E-6DE0-C3A239A25306}"/>
              </a:ext>
            </a:extLst>
          </p:cNvPr>
          <p:cNvSpPr>
            <a:spLocks noGrp="1"/>
          </p:cNvSpPr>
          <p:nvPr>
            <p:ph type="title"/>
          </p:nvPr>
        </p:nvSpPr>
        <p:spPr>
          <a:xfrm>
            <a:off x="608138" y="619759"/>
            <a:ext cx="4743580" cy="2506278"/>
          </a:xfrm>
        </p:spPr>
        <p:txBody>
          <a:bodyPr>
            <a:normAutofit/>
          </a:bodyPr>
          <a:lstStyle>
            <a:lvl1pPr>
              <a:defRPr sz="4000"/>
            </a:lvl1pPr>
          </a:lstStyle>
          <a:p>
            <a:r>
              <a:rPr lang="en-US"/>
              <a:t>Click to edit Master title style</a:t>
            </a:r>
          </a:p>
        </p:txBody>
      </p:sp>
    </p:spTree>
    <p:extLst>
      <p:ext uri="{BB962C8B-B14F-4D97-AF65-F5344CB8AC3E}">
        <p14:creationId xmlns:p14="http://schemas.microsoft.com/office/powerpoint/2010/main" val="765011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C89AD27-4BBA-E657-8599-BF1D7A22837B}"/>
              </a:ext>
              <a:ext uri="{C183D7F6-B498-43B3-948B-1728B52AA6E4}">
                <adec:decorative xmlns:adec="http://schemas.microsoft.com/office/drawing/2017/decorative" val="1"/>
              </a:ext>
            </a:extLst>
          </p:cNvPr>
          <p:cNvSpPr/>
          <p:nvPr/>
        </p:nvSpPr>
        <p:spPr>
          <a:xfrm flipH="1">
            <a:off x="0" y="0"/>
            <a:ext cx="384048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A50C55-F058-6D66-6F50-2AAA73C4AF7D}"/>
              </a:ext>
            </a:extLst>
          </p:cNvPr>
          <p:cNvSpPr>
            <a:spLocks noGrp="1"/>
          </p:cNvSpPr>
          <p:nvPr>
            <p:ph idx="1"/>
          </p:nvPr>
        </p:nvSpPr>
        <p:spPr>
          <a:xfrm>
            <a:off x="608139" y="619760"/>
            <a:ext cx="5609782" cy="5614416"/>
          </a:xfrm>
          <a:solidFill>
            <a:schemeClr val="accent2"/>
          </a:solidFill>
        </p:spPr>
        <p:txBody>
          <a:bodyPr lIns="457200" tIns="457200" rIns="457200" bIns="457200" anchor="ctr">
            <a:normAutofit/>
          </a:bodyPr>
          <a:lstStyle>
            <a:lvl1pPr marL="0" indent="0" algn="ctr">
              <a:buNone/>
              <a:defRPr sz="2000">
                <a:solidFill>
                  <a:schemeClr val="bg1"/>
                </a:solidFill>
              </a:defRPr>
            </a:lvl1pPr>
            <a:lvl2pPr marL="457200" indent="0" algn="ctr">
              <a:buNone/>
              <a:defRPr sz="2400"/>
            </a:lvl2pPr>
            <a:lvl3pPr marL="914400" indent="0" algn="ctr">
              <a:buNone/>
              <a:defRPr sz="2000"/>
            </a:lvl3pPr>
            <a:lvl4pPr marL="1371600" indent="0" algn="ctr">
              <a:buNone/>
              <a:defRPr sz="1800"/>
            </a:lvl4pPr>
            <a:lvl5pPr marL="1828800" indent="0" algn="ctr">
              <a:buNone/>
              <a:defRPr sz="1800"/>
            </a:lvl5pPr>
            <a:lvl6pPr>
              <a:defRPr sz="2000"/>
            </a:lvl6pPr>
            <a:lvl7pPr>
              <a:defRPr sz="2000"/>
            </a:lvl7pPr>
            <a:lvl8pPr>
              <a:defRPr sz="2000"/>
            </a:lvl8pPr>
            <a:lvl9pPr>
              <a:defRPr sz="2000"/>
            </a:lvl9pPr>
          </a:lstStyle>
          <a:p>
            <a:pPr lvl="0"/>
            <a:r>
              <a:rPr lang="en-US"/>
              <a:t>Click to edit Master text styles</a:t>
            </a:r>
          </a:p>
        </p:txBody>
      </p:sp>
      <p:sp>
        <p:nvSpPr>
          <p:cNvPr id="4" name="Text Placeholder 3">
            <a:extLst>
              <a:ext uri="{FF2B5EF4-FFF2-40B4-BE49-F238E27FC236}">
                <a16:creationId xmlns:a16="http://schemas.microsoft.com/office/drawing/2014/main" id="{8C6F12D1-6CD4-46B3-D63F-0BBF0B149124}"/>
              </a:ext>
            </a:extLst>
          </p:cNvPr>
          <p:cNvSpPr>
            <a:spLocks noGrp="1"/>
          </p:cNvSpPr>
          <p:nvPr>
            <p:ph type="body" sz="half" idx="2"/>
          </p:nvPr>
        </p:nvSpPr>
        <p:spPr>
          <a:xfrm>
            <a:off x="6826060" y="3429000"/>
            <a:ext cx="4746180" cy="2589779"/>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Date Placeholder 15">
            <a:extLst>
              <a:ext uri="{FF2B5EF4-FFF2-40B4-BE49-F238E27FC236}">
                <a16:creationId xmlns:a16="http://schemas.microsoft.com/office/drawing/2014/main" id="{FB7B3AF6-1B63-613A-C005-E0E381D67E5C}"/>
              </a:ext>
            </a:extLst>
          </p:cNvPr>
          <p:cNvSpPr>
            <a:spLocks noGrp="1"/>
          </p:cNvSpPr>
          <p:nvPr>
            <p:ph type="dt" sz="half" idx="10"/>
          </p:nvPr>
        </p:nvSpPr>
        <p:spPr/>
        <p:txBody>
          <a:bodyPr/>
          <a:lstStyle/>
          <a:p>
            <a:fld id="{8A60A3F5-120A-A64C-8514-4F9CB3D10376}" type="datetimeFigureOut">
              <a:rPr lang="en-US" smtClean="0"/>
              <a:pPr/>
              <a:t>12/2/25</a:t>
            </a:fld>
            <a:endParaRPr lang="en-US"/>
          </a:p>
        </p:txBody>
      </p:sp>
      <p:sp>
        <p:nvSpPr>
          <p:cNvPr id="17" name="Footer Placeholder 16">
            <a:extLst>
              <a:ext uri="{FF2B5EF4-FFF2-40B4-BE49-F238E27FC236}">
                <a16:creationId xmlns:a16="http://schemas.microsoft.com/office/drawing/2014/main" id="{BC69328F-ADA1-3630-6495-D1406C319055}"/>
              </a:ext>
            </a:extLst>
          </p:cNvPr>
          <p:cNvSpPr>
            <a:spLocks noGrp="1"/>
          </p:cNvSpPr>
          <p:nvPr>
            <p:ph type="ftr" sz="quarter" idx="11"/>
          </p:nvPr>
        </p:nvSpPr>
        <p:spPr/>
        <p:txBody>
          <a:bodyPr/>
          <a:lstStyle/>
          <a:p>
            <a:endParaRPr lang="en-US"/>
          </a:p>
        </p:txBody>
      </p:sp>
      <p:sp>
        <p:nvSpPr>
          <p:cNvPr id="18" name="Slide Number Placeholder 17">
            <a:extLst>
              <a:ext uri="{FF2B5EF4-FFF2-40B4-BE49-F238E27FC236}">
                <a16:creationId xmlns:a16="http://schemas.microsoft.com/office/drawing/2014/main" id="{4FD62046-E57A-9E3E-6472-4C1EA4F80EF5}"/>
              </a:ext>
            </a:extLst>
          </p:cNvPr>
          <p:cNvSpPr>
            <a:spLocks noGrp="1"/>
          </p:cNvSpPr>
          <p:nvPr>
            <p:ph type="sldNum" sz="quarter" idx="12"/>
          </p:nvPr>
        </p:nvSpPr>
        <p:spPr/>
        <p:txBody>
          <a:bodyPr/>
          <a:lstStyle/>
          <a:p>
            <a:fld id="{8179B124-EE6F-DB4E-A403-682A40579A9A}" type="slidenum">
              <a:rPr lang="en-US" smtClean="0"/>
              <a:pPr/>
              <a:t>‹#›</a:t>
            </a:fld>
            <a:endParaRPr lang="en-US"/>
          </a:p>
        </p:txBody>
      </p:sp>
      <p:sp>
        <p:nvSpPr>
          <p:cNvPr id="2" name="Title 1">
            <a:extLst>
              <a:ext uri="{FF2B5EF4-FFF2-40B4-BE49-F238E27FC236}">
                <a16:creationId xmlns:a16="http://schemas.microsoft.com/office/drawing/2014/main" id="{3CCA670E-0A7A-94B9-CE55-7BFEC2AB597A}"/>
              </a:ext>
            </a:extLst>
          </p:cNvPr>
          <p:cNvSpPr>
            <a:spLocks noGrp="1"/>
          </p:cNvSpPr>
          <p:nvPr>
            <p:ph type="title"/>
          </p:nvPr>
        </p:nvSpPr>
        <p:spPr>
          <a:xfrm>
            <a:off x="6837682" y="619759"/>
            <a:ext cx="4746180" cy="2605090"/>
          </a:xfrm>
        </p:spPr>
        <p:txBody>
          <a:bodyPr>
            <a:normAutofit/>
          </a:bodyPr>
          <a:lstStyle>
            <a:lvl1pPr>
              <a:defRPr sz="4000"/>
            </a:lvl1pPr>
          </a:lstStyle>
          <a:p>
            <a:r>
              <a:rPr lang="en-US"/>
              <a:t>Click to edit Master title style</a:t>
            </a:r>
          </a:p>
        </p:txBody>
      </p:sp>
    </p:spTree>
    <p:extLst>
      <p:ext uri="{BB962C8B-B14F-4D97-AF65-F5344CB8AC3E}">
        <p14:creationId xmlns:p14="http://schemas.microsoft.com/office/powerpoint/2010/main" val="3886454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allouts —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AF8AC05-EEDC-D36F-A868-39BAC7E5DD55}"/>
              </a:ext>
            </a:extLst>
          </p:cNvPr>
          <p:cNvSpPr>
            <a:spLocks noGrp="1"/>
          </p:cNvSpPr>
          <p:nvPr>
            <p:ph type="dt" sz="half" idx="10"/>
          </p:nvPr>
        </p:nvSpPr>
        <p:spPr/>
        <p:txBody>
          <a:bodyPr/>
          <a:lstStyle/>
          <a:p>
            <a:fld id="{8A60A3F5-120A-A64C-8514-4F9CB3D10376}" type="datetimeFigureOut">
              <a:rPr lang="en-US" smtClean="0"/>
              <a:pPr/>
              <a:t>12/2/25</a:t>
            </a:fld>
            <a:endParaRPr lang="en-US"/>
          </a:p>
        </p:txBody>
      </p:sp>
      <p:sp>
        <p:nvSpPr>
          <p:cNvPr id="4" name="Footer Placeholder 3">
            <a:extLst>
              <a:ext uri="{FF2B5EF4-FFF2-40B4-BE49-F238E27FC236}">
                <a16:creationId xmlns:a16="http://schemas.microsoft.com/office/drawing/2014/main" id="{C9D7D032-AD64-B60E-1392-2E37B51C5F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3AD11A-887E-341B-FBED-6478545C4BBF}"/>
              </a:ext>
            </a:extLst>
          </p:cNvPr>
          <p:cNvSpPr>
            <a:spLocks noGrp="1"/>
          </p:cNvSpPr>
          <p:nvPr>
            <p:ph type="sldNum" sz="quarter" idx="12"/>
          </p:nvPr>
        </p:nvSpPr>
        <p:spPr/>
        <p:txBody>
          <a:bodyPr/>
          <a:lstStyle/>
          <a:p>
            <a:fld id="{8179B124-EE6F-DB4E-A403-682A40579A9A}" type="slidenum">
              <a:rPr lang="en-US" smtClean="0"/>
              <a:pPr/>
              <a:t>‹#›</a:t>
            </a:fld>
            <a:endParaRPr lang="en-US"/>
          </a:p>
        </p:txBody>
      </p:sp>
      <p:sp>
        <p:nvSpPr>
          <p:cNvPr id="9" name="Content Placeholder 8">
            <a:extLst>
              <a:ext uri="{FF2B5EF4-FFF2-40B4-BE49-F238E27FC236}">
                <a16:creationId xmlns:a16="http://schemas.microsoft.com/office/drawing/2014/main" id="{B8919015-ED07-D3DC-8321-B72D84EA1C53}"/>
              </a:ext>
            </a:extLst>
          </p:cNvPr>
          <p:cNvSpPr>
            <a:spLocks noGrp="1"/>
          </p:cNvSpPr>
          <p:nvPr>
            <p:ph sz="quarter" idx="13" hasCustomPrompt="1"/>
          </p:nvPr>
        </p:nvSpPr>
        <p:spPr>
          <a:xfrm>
            <a:off x="732281" y="2689353"/>
            <a:ext cx="2353436" cy="1120647"/>
          </a:xfrm>
        </p:spPr>
        <p:txBody>
          <a:bodyPr lIns="91440" rIns="91440" bIns="0" anchor="t">
            <a:noAutofit/>
          </a:bodyPr>
          <a:lstStyle>
            <a:lvl1pPr marL="0" indent="0" algn="l">
              <a:lnSpc>
                <a:spcPct val="100000"/>
              </a:lnSpc>
              <a:buNone/>
              <a:defRPr sz="2000" b="1" spc="0" baseline="0">
                <a:solidFill>
                  <a:schemeClr val="accent1">
                    <a:lumMod val="75000"/>
                  </a:schemeClr>
                </a:solidFill>
                <a:latin typeface="+mj-lt"/>
              </a:defRPr>
            </a:lvl1pPr>
          </a:lstStyle>
          <a:p>
            <a:pPr lvl="0"/>
            <a:r>
              <a:rPr lang="en-US"/>
              <a:t>Column 1</a:t>
            </a:r>
          </a:p>
        </p:txBody>
      </p:sp>
      <p:sp>
        <p:nvSpPr>
          <p:cNvPr id="15" name="Text Placeholder 14">
            <a:extLst>
              <a:ext uri="{FF2B5EF4-FFF2-40B4-BE49-F238E27FC236}">
                <a16:creationId xmlns:a16="http://schemas.microsoft.com/office/drawing/2014/main" id="{91FBE498-FDB6-5660-8BE1-4F4C01BEF7E5}"/>
              </a:ext>
            </a:extLst>
          </p:cNvPr>
          <p:cNvSpPr>
            <a:spLocks noGrp="1"/>
          </p:cNvSpPr>
          <p:nvPr>
            <p:ph type="body" sz="quarter" idx="18" hasCustomPrompt="1"/>
          </p:nvPr>
        </p:nvSpPr>
        <p:spPr>
          <a:xfrm>
            <a:off x="731521" y="3810000"/>
            <a:ext cx="2353434" cy="2163763"/>
          </a:xfrm>
        </p:spPr>
        <p:txBody>
          <a:bodyPr lIns="91440" tIns="0" rIns="91440">
            <a:normAutofit/>
          </a:bodyPr>
          <a:lstStyle>
            <a:lvl1pPr marL="0" indent="0" algn="l">
              <a:buNone/>
              <a:defRPr sz="1600">
                <a:solidFill>
                  <a:schemeClr val="tx2"/>
                </a:solidFill>
              </a:defRPr>
            </a:lvl1pPr>
          </a:lstStyle>
          <a:p>
            <a:pPr lvl="0"/>
            <a:r>
              <a:rPr lang="en-US"/>
              <a:t>Description of Column 1</a:t>
            </a:r>
          </a:p>
        </p:txBody>
      </p:sp>
      <p:sp>
        <p:nvSpPr>
          <p:cNvPr id="6" name="Title 5">
            <a:extLst>
              <a:ext uri="{FF2B5EF4-FFF2-40B4-BE49-F238E27FC236}">
                <a16:creationId xmlns:a16="http://schemas.microsoft.com/office/drawing/2014/main" id="{BAA57087-3E08-8033-B654-1FC00AC6A5FB}"/>
              </a:ext>
            </a:extLst>
          </p:cNvPr>
          <p:cNvSpPr>
            <a:spLocks noGrp="1"/>
          </p:cNvSpPr>
          <p:nvPr>
            <p:ph type="title"/>
          </p:nvPr>
        </p:nvSpPr>
        <p:spPr>
          <a:xfrm>
            <a:off x="608138" y="365125"/>
            <a:ext cx="10972800" cy="2130552"/>
          </a:xfrm>
        </p:spPr>
        <p:txBody>
          <a:bodyPr>
            <a:normAutofit/>
          </a:bodyPr>
          <a:lstStyle>
            <a:lvl1pPr>
              <a:defRPr sz="3600"/>
            </a:lvl1pPr>
          </a:lstStyle>
          <a:p>
            <a:r>
              <a:rPr lang="en-US"/>
              <a:t>Click to edit Master title style</a:t>
            </a:r>
          </a:p>
        </p:txBody>
      </p:sp>
      <p:cxnSp>
        <p:nvCxnSpPr>
          <p:cNvPr id="8" name="Straight Connector 7">
            <a:extLst>
              <a:ext uri="{FF2B5EF4-FFF2-40B4-BE49-F238E27FC236}">
                <a16:creationId xmlns:a16="http://schemas.microsoft.com/office/drawing/2014/main" id="{A718316F-FB2F-1083-E52D-F03C0A997CFC}"/>
              </a:ext>
            </a:extLst>
          </p:cNvPr>
          <p:cNvCxnSpPr/>
          <p:nvPr/>
        </p:nvCxnSpPr>
        <p:spPr>
          <a:xfrm>
            <a:off x="622753" y="2689352"/>
            <a:ext cx="0" cy="3284411"/>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4883942-E107-407A-9D30-A8C59369571B}"/>
              </a:ext>
            </a:extLst>
          </p:cNvPr>
          <p:cNvCxnSpPr/>
          <p:nvPr/>
        </p:nvCxnSpPr>
        <p:spPr>
          <a:xfrm>
            <a:off x="3457810" y="2689352"/>
            <a:ext cx="0" cy="3284411"/>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5157E4A-8DA3-38B2-15DC-3D9C685270AE}"/>
              </a:ext>
            </a:extLst>
          </p:cNvPr>
          <p:cNvCxnSpPr/>
          <p:nvPr/>
        </p:nvCxnSpPr>
        <p:spPr>
          <a:xfrm>
            <a:off x="6293147" y="2689352"/>
            <a:ext cx="0" cy="3284411"/>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D43F744-AB0A-9075-7758-AFBCA8E7F5F6}"/>
              </a:ext>
            </a:extLst>
          </p:cNvPr>
          <p:cNvCxnSpPr/>
          <p:nvPr/>
        </p:nvCxnSpPr>
        <p:spPr>
          <a:xfrm>
            <a:off x="9129734" y="2689352"/>
            <a:ext cx="0" cy="3284411"/>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2" name="Content Placeholder 8">
            <a:extLst>
              <a:ext uri="{FF2B5EF4-FFF2-40B4-BE49-F238E27FC236}">
                <a16:creationId xmlns:a16="http://schemas.microsoft.com/office/drawing/2014/main" id="{C02DCADB-0892-7D58-923F-3ABC8EA85E0B}"/>
              </a:ext>
            </a:extLst>
          </p:cNvPr>
          <p:cNvSpPr>
            <a:spLocks noGrp="1"/>
          </p:cNvSpPr>
          <p:nvPr>
            <p:ph sz="quarter" idx="19" hasCustomPrompt="1"/>
          </p:nvPr>
        </p:nvSpPr>
        <p:spPr>
          <a:xfrm>
            <a:off x="3566575" y="2689353"/>
            <a:ext cx="2353436" cy="1120647"/>
          </a:xfrm>
        </p:spPr>
        <p:txBody>
          <a:bodyPr lIns="91440" rIns="91440" bIns="0" anchor="t">
            <a:noAutofit/>
          </a:bodyPr>
          <a:lstStyle>
            <a:lvl1pPr marL="0" indent="0" algn="l">
              <a:lnSpc>
                <a:spcPct val="100000"/>
              </a:lnSpc>
              <a:buNone/>
              <a:defRPr sz="2000" b="1" spc="0" baseline="0">
                <a:solidFill>
                  <a:schemeClr val="accent5"/>
                </a:solidFill>
                <a:latin typeface="+mj-lt"/>
              </a:defRPr>
            </a:lvl1pPr>
          </a:lstStyle>
          <a:p>
            <a:pPr lvl="0"/>
            <a:r>
              <a:rPr lang="en-US"/>
              <a:t>Column 2</a:t>
            </a:r>
          </a:p>
        </p:txBody>
      </p:sp>
      <p:sp>
        <p:nvSpPr>
          <p:cNvPr id="21" name="Text Placeholder 14">
            <a:extLst>
              <a:ext uri="{FF2B5EF4-FFF2-40B4-BE49-F238E27FC236}">
                <a16:creationId xmlns:a16="http://schemas.microsoft.com/office/drawing/2014/main" id="{AB21D54F-F36E-D4AF-C2DD-E22524360A14}"/>
              </a:ext>
            </a:extLst>
          </p:cNvPr>
          <p:cNvSpPr>
            <a:spLocks noGrp="1"/>
          </p:cNvSpPr>
          <p:nvPr>
            <p:ph type="body" sz="quarter" idx="20" hasCustomPrompt="1"/>
          </p:nvPr>
        </p:nvSpPr>
        <p:spPr>
          <a:xfrm>
            <a:off x="3573575" y="3810000"/>
            <a:ext cx="2353434" cy="2163763"/>
          </a:xfrm>
        </p:spPr>
        <p:txBody>
          <a:bodyPr lIns="91440" tIns="0" rIns="91440">
            <a:normAutofit/>
          </a:bodyPr>
          <a:lstStyle>
            <a:lvl1pPr marL="0" indent="0" algn="l">
              <a:buNone/>
              <a:defRPr sz="1600">
                <a:solidFill>
                  <a:schemeClr val="tx2"/>
                </a:solidFill>
              </a:defRPr>
            </a:lvl1pPr>
          </a:lstStyle>
          <a:p>
            <a:pPr lvl="0"/>
            <a:r>
              <a:rPr lang="en-US"/>
              <a:t>Description of Column 2</a:t>
            </a:r>
          </a:p>
        </p:txBody>
      </p:sp>
      <p:sp>
        <p:nvSpPr>
          <p:cNvPr id="22" name="Content Placeholder 8">
            <a:extLst>
              <a:ext uri="{FF2B5EF4-FFF2-40B4-BE49-F238E27FC236}">
                <a16:creationId xmlns:a16="http://schemas.microsoft.com/office/drawing/2014/main" id="{5A71DF1F-6F1B-0403-7331-3FEE327EEC72}"/>
              </a:ext>
            </a:extLst>
          </p:cNvPr>
          <p:cNvSpPr>
            <a:spLocks noGrp="1"/>
          </p:cNvSpPr>
          <p:nvPr>
            <p:ph sz="quarter" idx="21" hasCustomPrompt="1"/>
          </p:nvPr>
        </p:nvSpPr>
        <p:spPr>
          <a:xfrm>
            <a:off x="6422391" y="2689353"/>
            <a:ext cx="2353436" cy="1120647"/>
          </a:xfrm>
        </p:spPr>
        <p:txBody>
          <a:bodyPr lIns="91440" rIns="91440" bIns="0" anchor="t">
            <a:noAutofit/>
          </a:bodyPr>
          <a:lstStyle>
            <a:lvl1pPr marL="0" indent="0" algn="l">
              <a:lnSpc>
                <a:spcPct val="100000"/>
              </a:lnSpc>
              <a:buNone/>
              <a:defRPr sz="2000" b="1" spc="0" baseline="0">
                <a:solidFill>
                  <a:schemeClr val="accent4"/>
                </a:solidFill>
                <a:latin typeface="+mj-lt"/>
              </a:defRPr>
            </a:lvl1pPr>
          </a:lstStyle>
          <a:p>
            <a:pPr lvl="0"/>
            <a:r>
              <a:rPr lang="en-US"/>
              <a:t>Column 3</a:t>
            </a:r>
          </a:p>
        </p:txBody>
      </p:sp>
      <p:sp>
        <p:nvSpPr>
          <p:cNvPr id="23" name="Text Placeholder 14">
            <a:extLst>
              <a:ext uri="{FF2B5EF4-FFF2-40B4-BE49-F238E27FC236}">
                <a16:creationId xmlns:a16="http://schemas.microsoft.com/office/drawing/2014/main" id="{3B7BE6AB-85CB-6973-A1DA-BC5EECEC992D}"/>
              </a:ext>
            </a:extLst>
          </p:cNvPr>
          <p:cNvSpPr>
            <a:spLocks noGrp="1"/>
          </p:cNvSpPr>
          <p:nvPr>
            <p:ph type="body" sz="quarter" idx="22" hasCustomPrompt="1"/>
          </p:nvPr>
        </p:nvSpPr>
        <p:spPr>
          <a:xfrm>
            <a:off x="6415629" y="3810000"/>
            <a:ext cx="2353434" cy="2163763"/>
          </a:xfrm>
        </p:spPr>
        <p:txBody>
          <a:bodyPr lIns="91440" tIns="0" rIns="91440">
            <a:normAutofit/>
          </a:bodyPr>
          <a:lstStyle>
            <a:lvl1pPr marL="0" indent="0" algn="l">
              <a:buNone/>
              <a:defRPr sz="1600">
                <a:solidFill>
                  <a:schemeClr val="tx2"/>
                </a:solidFill>
              </a:defRPr>
            </a:lvl1pPr>
          </a:lstStyle>
          <a:p>
            <a:pPr lvl="0"/>
            <a:r>
              <a:rPr lang="en-US"/>
              <a:t>Description of Column 3</a:t>
            </a:r>
          </a:p>
        </p:txBody>
      </p:sp>
      <p:sp>
        <p:nvSpPr>
          <p:cNvPr id="24" name="Content Placeholder 8">
            <a:extLst>
              <a:ext uri="{FF2B5EF4-FFF2-40B4-BE49-F238E27FC236}">
                <a16:creationId xmlns:a16="http://schemas.microsoft.com/office/drawing/2014/main" id="{CE74D4BC-5E12-E0A7-58A1-9C3D90B9DB42}"/>
              </a:ext>
            </a:extLst>
          </p:cNvPr>
          <p:cNvSpPr>
            <a:spLocks noGrp="1"/>
          </p:cNvSpPr>
          <p:nvPr>
            <p:ph sz="quarter" idx="23" hasCustomPrompt="1"/>
          </p:nvPr>
        </p:nvSpPr>
        <p:spPr>
          <a:xfrm>
            <a:off x="9258977" y="2689353"/>
            <a:ext cx="2353436" cy="1120647"/>
          </a:xfrm>
        </p:spPr>
        <p:txBody>
          <a:bodyPr lIns="91440" rIns="91440" bIns="0" anchor="t">
            <a:noAutofit/>
          </a:bodyPr>
          <a:lstStyle>
            <a:lvl1pPr marL="0" indent="0" algn="l">
              <a:lnSpc>
                <a:spcPct val="100000"/>
              </a:lnSpc>
              <a:buNone/>
              <a:defRPr sz="2000" b="1" spc="0" baseline="0">
                <a:solidFill>
                  <a:schemeClr val="accent6"/>
                </a:solidFill>
                <a:latin typeface="+mj-lt"/>
              </a:defRPr>
            </a:lvl1pPr>
          </a:lstStyle>
          <a:p>
            <a:pPr lvl="0"/>
            <a:r>
              <a:rPr lang="en-US"/>
              <a:t>Column 4</a:t>
            </a:r>
          </a:p>
        </p:txBody>
      </p:sp>
      <p:sp>
        <p:nvSpPr>
          <p:cNvPr id="25" name="Text Placeholder 14">
            <a:extLst>
              <a:ext uri="{FF2B5EF4-FFF2-40B4-BE49-F238E27FC236}">
                <a16:creationId xmlns:a16="http://schemas.microsoft.com/office/drawing/2014/main" id="{B9C20913-CDDC-CF58-3085-A7B30F30F8A5}"/>
              </a:ext>
            </a:extLst>
          </p:cNvPr>
          <p:cNvSpPr>
            <a:spLocks noGrp="1"/>
          </p:cNvSpPr>
          <p:nvPr>
            <p:ph type="body" sz="quarter" idx="24" hasCustomPrompt="1"/>
          </p:nvPr>
        </p:nvSpPr>
        <p:spPr>
          <a:xfrm>
            <a:off x="9270040" y="3810000"/>
            <a:ext cx="2353434" cy="2163763"/>
          </a:xfrm>
        </p:spPr>
        <p:txBody>
          <a:bodyPr lIns="91440" tIns="0" rIns="91440">
            <a:normAutofit/>
          </a:bodyPr>
          <a:lstStyle>
            <a:lvl1pPr marL="0" indent="0" algn="l">
              <a:buNone/>
              <a:defRPr sz="1600">
                <a:solidFill>
                  <a:schemeClr val="tx2"/>
                </a:solidFill>
              </a:defRPr>
            </a:lvl1pPr>
          </a:lstStyle>
          <a:p>
            <a:pPr lvl="0"/>
            <a:r>
              <a:rPr lang="en-US"/>
              <a:t>Description of Column 4</a:t>
            </a:r>
          </a:p>
        </p:txBody>
      </p:sp>
    </p:spTree>
    <p:extLst>
      <p:ext uri="{BB962C8B-B14F-4D97-AF65-F5344CB8AC3E}">
        <p14:creationId xmlns:p14="http://schemas.microsoft.com/office/powerpoint/2010/main" val="515709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allouts — Tex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D45A54-1295-772C-DB1D-E9E3496AA1B9}"/>
              </a:ext>
            </a:extLst>
          </p:cNvPr>
          <p:cNvSpPr>
            <a:spLocks noGrp="1"/>
          </p:cNvSpPr>
          <p:nvPr>
            <p:ph type="title"/>
          </p:nvPr>
        </p:nvSpPr>
        <p:spPr>
          <a:xfrm>
            <a:off x="608138" y="365125"/>
            <a:ext cx="10972800" cy="2130552"/>
          </a:xfrm>
        </p:spPr>
        <p:txBody>
          <a:bodyPr>
            <a:normAutofit/>
          </a:bodyPr>
          <a:lstStyle>
            <a:lvl1pPr>
              <a:defRPr sz="3600"/>
            </a:lvl1pPr>
          </a:lstStyle>
          <a:p>
            <a:r>
              <a:rPr lang="en-US"/>
              <a:t>Click to edit Master title style</a:t>
            </a:r>
          </a:p>
        </p:txBody>
      </p:sp>
      <p:sp>
        <p:nvSpPr>
          <p:cNvPr id="8" name="Text Placeholder 6">
            <a:extLst>
              <a:ext uri="{FF2B5EF4-FFF2-40B4-BE49-F238E27FC236}">
                <a16:creationId xmlns:a16="http://schemas.microsoft.com/office/drawing/2014/main" id="{D159E887-E404-E9B8-7288-3A700F45908A}"/>
              </a:ext>
            </a:extLst>
          </p:cNvPr>
          <p:cNvSpPr>
            <a:spLocks noGrp="1"/>
          </p:cNvSpPr>
          <p:nvPr>
            <p:ph type="body" sz="quarter" idx="14" hasCustomPrompt="1"/>
          </p:nvPr>
        </p:nvSpPr>
        <p:spPr>
          <a:xfrm>
            <a:off x="608138" y="2743200"/>
            <a:ext cx="3373237" cy="411480"/>
          </a:xfrm>
        </p:spPr>
        <p:txBody>
          <a:bodyPr tIns="0" bIns="0" anchor="b">
            <a:noAutofit/>
          </a:bodyPr>
          <a:lstStyle>
            <a:lvl1pPr marL="0" indent="0" algn="l">
              <a:buNone/>
              <a:defRPr sz="2400" b="1" spc="150" baseline="0">
                <a:solidFill>
                  <a:schemeClr val="accent1">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1</a:t>
            </a:r>
          </a:p>
        </p:txBody>
      </p:sp>
      <p:sp>
        <p:nvSpPr>
          <p:cNvPr id="12" name="Text Placeholder 14">
            <a:extLst>
              <a:ext uri="{FF2B5EF4-FFF2-40B4-BE49-F238E27FC236}">
                <a16:creationId xmlns:a16="http://schemas.microsoft.com/office/drawing/2014/main" id="{B1AAA9B4-248D-79C6-3257-E8617EFB8A67}"/>
              </a:ext>
            </a:extLst>
          </p:cNvPr>
          <p:cNvSpPr>
            <a:spLocks noGrp="1"/>
          </p:cNvSpPr>
          <p:nvPr>
            <p:ph type="body" sz="quarter" idx="19" hasCustomPrompt="1"/>
          </p:nvPr>
        </p:nvSpPr>
        <p:spPr>
          <a:xfrm>
            <a:off x="608139" y="3200400"/>
            <a:ext cx="3373236" cy="914400"/>
          </a:xfrm>
        </p:spPr>
        <p:txBody>
          <a:bodyPr lIns="91440" rIns="91440">
            <a:normAutofit/>
          </a:bodyPr>
          <a:lstStyle>
            <a:lvl1pPr marL="0" indent="0" algn="l">
              <a:buNone/>
              <a:defRPr sz="1600">
                <a:solidFill>
                  <a:schemeClr val="tx2"/>
                </a:solidFill>
              </a:defRPr>
            </a:lvl1pPr>
          </a:lstStyle>
          <a:p>
            <a:pPr lvl="0"/>
            <a:r>
              <a:rPr lang="en-US"/>
              <a:t>Description of Item 1</a:t>
            </a:r>
          </a:p>
        </p:txBody>
      </p:sp>
      <p:sp>
        <p:nvSpPr>
          <p:cNvPr id="2" name="Date Placeholder 1">
            <a:extLst>
              <a:ext uri="{FF2B5EF4-FFF2-40B4-BE49-F238E27FC236}">
                <a16:creationId xmlns:a16="http://schemas.microsoft.com/office/drawing/2014/main" id="{74679153-F773-8FC8-A2F7-A327D2D17CF1}"/>
              </a:ext>
            </a:extLst>
          </p:cNvPr>
          <p:cNvSpPr>
            <a:spLocks noGrp="1"/>
          </p:cNvSpPr>
          <p:nvPr>
            <p:ph type="dt" sz="half" idx="28"/>
          </p:nvPr>
        </p:nvSpPr>
        <p:spPr/>
        <p:txBody>
          <a:bodyPr/>
          <a:lstStyle/>
          <a:p>
            <a:fld id="{8A60A3F5-120A-A64C-8514-4F9CB3D10376}" type="datetimeFigureOut">
              <a:rPr lang="en-US" smtClean="0"/>
              <a:pPr/>
              <a:t>12/2/25</a:t>
            </a:fld>
            <a:endParaRPr lang="en-US"/>
          </a:p>
        </p:txBody>
      </p:sp>
      <p:sp>
        <p:nvSpPr>
          <p:cNvPr id="9" name="Footer Placeholder 8">
            <a:extLst>
              <a:ext uri="{FF2B5EF4-FFF2-40B4-BE49-F238E27FC236}">
                <a16:creationId xmlns:a16="http://schemas.microsoft.com/office/drawing/2014/main" id="{A0D750E0-8C2D-0016-1987-BDD9E6BB6345}"/>
              </a:ext>
            </a:extLst>
          </p:cNvPr>
          <p:cNvSpPr>
            <a:spLocks noGrp="1"/>
          </p:cNvSpPr>
          <p:nvPr>
            <p:ph type="ftr" sz="quarter" idx="29"/>
          </p:nvPr>
        </p:nvSpPr>
        <p:spPr/>
        <p:txBody>
          <a:bodyPr/>
          <a:lstStyle/>
          <a:p>
            <a:endParaRPr lang="en-US"/>
          </a:p>
        </p:txBody>
      </p:sp>
      <p:sp>
        <p:nvSpPr>
          <p:cNvPr id="10" name="Slide Number Placeholder 9">
            <a:extLst>
              <a:ext uri="{FF2B5EF4-FFF2-40B4-BE49-F238E27FC236}">
                <a16:creationId xmlns:a16="http://schemas.microsoft.com/office/drawing/2014/main" id="{7F1011E9-31E0-8BC0-7D76-6DD05F9DED47}"/>
              </a:ext>
            </a:extLst>
          </p:cNvPr>
          <p:cNvSpPr>
            <a:spLocks noGrp="1"/>
          </p:cNvSpPr>
          <p:nvPr>
            <p:ph type="sldNum" sz="quarter" idx="30"/>
          </p:nvPr>
        </p:nvSpPr>
        <p:spPr/>
        <p:txBody>
          <a:bodyPr/>
          <a:lstStyle/>
          <a:p>
            <a:fld id="{8179B124-EE6F-DB4E-A403-682A40579A9A}" type="slidenum">
              <a:rPr lang="en-US" smtClean="0"/>
              <a:pPr/>
              <a:t>‹#›</a:t>
            </a:fld>
            <a:endParaRPr lang="en-US"/>
          </a:p>
        </p:txBody>
      </p:sp>
      <p:sp>
        <p:nvSpPr>
          <p:cNvPr id="21" name="Text Placeholder 6">
            <a:extLst>
              <a:ext uri="{FF2B5EF4-FFF2-40B4-BE49-F238E27FC236}">
                <a16:creationId xmlns:a16="http://schemas.microsoft.com/office/drawing/2014/main" id="{B06351B6-FA17-3AAC-272D-7B50AD165F53}"/>
              </a:ext>
            </a:extLst>
          </p:cNvPr>
          <p:cNvSpPr>
            <a:spLocks noGrp="1"/>
          </p:cNvSpPr>
          <p:nvPr>
            <p:ph type="body" sz="quarter" idx="31" hasCustomPrompt="1"/>
          </p:nvPr>
        </p:nvSpPr>
        <p:spPr>
          <a:xfrm>
            <a:off x="4409381" y="2743200"/>
            <a:ext cx="3373237" cy="411480"/>
          </a:xfrm>
        </p:spPr>
        <p:txBody>
          <a:bodyPr tIns="0" bIns="0" anchor="b">
            <a:noAutofit/>
          </a:bodyPr>
          <a:lstStyle>
            <a:lvl1pPr marL="0" indent="0" algn="l">
              <a:buNone/>
              <a:defRPr sz="2400" b="1" spc="150" baseline="0">
                <a:solidFill>
                  <a:schemeClr val="accent6"/>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2</a:t>
            </a:r>
          </a:p>
        </p:txBody>
      </p:sp>
      <p:sp>
        <p:nvSpPr>
          <p:cNvPr id="22" name="Text Placeholder 14">
            <a:extLst>
              <a:ext uri="{FF2B5EF4-FFF2-40B4-BE49-F238E27FC236}">
                <a16:creationId xmlns:a16="http://schemas.microsoft.com/office/drawing/2014/main" id="{E44F5528-16F0-2830-BAF2-0A70C9015995}"/>
              </a:ext>
            </a:extLst>
          </p:cNvPr>
          <p:cNvSpPr>
            <a:spLocks noGrp="1"/>
          </p:cNvSpPr>
          <p:nvPr>
            <p:ph type="body" sz="quarter" idx="32" hasCustomPrompt="1"/>
          </p:nvPr>
        </p:nvSpPr>
        <p:spPr>
          <a:xfrm>
            <a:off x="4409382" y="3200400"/>
            <a:ext cx="3373236" cy="914400"/>
          </a:xfrm>
        </p:spPr>
        <p:txBody>
          <a:bodyPr lIns="91440" rIns="91440">
            <a:normAutofit/>
          </a:bodyPr>
          <a:lstStyle>
            <a:lvl1pPr marL="0" indent="0" algn="l">
              <a:buNone/>
              <a:defRPr sz="1600">
                <a:solidFill>
                  <a:schemeClr val="tx2"/>
                </a:solidFill>
              </a:defRPr>
            </a:lvl1pPr>
          </a:lstStyle>
          <a:p>
            <a:pPr lvl="0"/>
            <a:r>
              <a:rPr lang="en-US"/>
              <a:t>Description of Item 2</a:t>
            </a:r>
          </a:p>
        </p:txBody>
      </p:sp>
      <p:sp>
        <p:nvSpPr>
          <p:cNvPr id="23" name="Text Placeholder 6">
            <a:extLst>
              <a:ext uri="{FF2B5EF4-FFF2-40B4-BE49-F238E27FC236}">
                <a16:creationId xmlns:a16="http://schemas.microsoft.com/office/drawing/2014/main" id="{06D24FB9-B714-3649-86E0-6535BFD22F1E}"/>
              </a:ext>
            </a:extLst>
          </p:cNvPr>
          <p:cNvSpPr>
            <a:spLocks noGrp="1"/>
          </p:cNvSpPr>
          <p:nvPr>
            <p:ph type="body" sz="quarter" idx="33" hasCustomPrompt="1"/>
          </p:nvPr>
        </p:nvSpPr>
        <p:spPr>
          <a:xfrm>
            <a:off x="8210624" y="2743200"/>
            <a:ext cx="3373237" cy="411480"/>
          </a:xfrm>
        </p:spPr>
        <p:txBody>
          <a:bodyPr tIns="0" bIns="0" anchor="b">
            <a:noAutofit/>
          </a:bodyPr>
          <a:lstStyle>
            <a:lvl1pPr marL="0" indent="0" algn="l">
              <a:buNone/>
              <a:defRPr sz="2400" b="1" spc="150" baseline="0">
                <a:solidFill>
                  <a:schemeClr val="accent4">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3</a:t>
            </a:r>
          </a:p>
        </p:txBody>
      </p:sp>
      <p:sp>
        <p:nvSpPr>
          <p:cNvPr id="24" name="Text Placeholder 14">
            <a:extLst>
              <a:ext uri="{FF2B5EF4-FFF2-40B4-BE49-F238E27FC236}">
                <a16:creationId xmlns:a16="http://schemas.microsoft.com/office/drawing/2014/main" id="{DABB70C7-D74B-69D8-076E-27CFB4166F91}"/>
              </a:ext>
            </a:extLst>
          </p:cNvPr>
          <p:cNvSpPr>
            <a:spLocks noGrp="1"/>
          </p:cNvSpPr>
          <p:nvPr>
            <p:ph type="body" sz="quarter" idx="34" hasCustomPrompt="1"/>
          </p:nvPr>
        </p:nvSpPr>
        <p:spPr>
          <a:xfrm>
            <a:off x="8210625" y="3200400"/>
            <a:ext cx="3373236" cy="914400"/>
          </a:xfrm>
        </p:spPr>
        <p:txBody>
          <a:bodyPr lIns="91440" rIns="91440">
            <a:normAutofit/>
          </a:bodyPr>
          <a:lstStyle>
            <a:lvl1pPr marL="0" indent="0" algn="l">
              <a:buNone/>
              <a:defRPr sz="1600">
                <a:solidFill>
                  <a:schemeClr val="tx2"/>
                </a:solidFill>
              </a:defRPr>
            </a:lvl1pPr>
          </a:lstStyle>
          <a:p>
            <a:pPr lvl="0"/>
            <a:r>
              <a:rPr lang="en-US"/>
              <a:t>Description of Item 3</a:t>
            </a:r>
          </a:p>
        </p:txBody>
      </p:sp>
      <p:sp>
        <p:nvSpPr>
          <p:cNvPr id="29" name="Text Placeholder 6">
            <a:extLst>
              <a:ext uri="{FF2B5EF4-FFF2-40B4-BE49-F238E27FC236}">
                <a16:creationId xmlns:a16="http://schemas.microsoft.com/office/drawing/2014/main" id="{862B9702-658F-9339-AD06-5328FA0A8283}"/>
              </a:ext>
            </a:extLst>
          </p:cNvPr>
          <p:cNvSpPr>
            <a:spLocks noGrp="1"/>
          </p:cNvSpPr>
          <p:nvPr>
            <p:ph type="body" sz="quarter" idx="35" hasCustomPrompt="1"/>
          </p:nvPr>
        </p:nvSpPr>
        <p:spPr>
          <a:xfrm>
            <a:off x="613876" y="4414203"/>
            <a:ext cx="3373237" cy="411480"/>
          </a:xfrm>
        </p:spPr>
        <p:txBody>
          <a:bodyPr tIns="0" bIns="0" anchor="b">
            <a:noAutofit/>
          </a:bodyPr>
          <a:lstStyle>
            <a:lvl1pPr marL="0" indent="0" algn="l">
              <a:buNone/>
              <a:defRPr sz="2400" b="1" spc="150" baseline="0">
                <a:solidFill>
                  <a:schemeClr val="accent4">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4</a:t>
            </a:r>
          </a:p>
        </p:txBody>
      </p:sp>
      <p:sp>
        <p:nvSpPr>
          <p:cNvPr id="30" name="Text Placeholder 14">
            <a:extLst>
              <a:ext uri="{FF2B5EF4-FFF2-40B4-BE49-F238E27FC236}">
                <a16:creationId xmlns:a16="http://schemas.microsoft.com/office/drawing/2014/main" id="{57689516-C68F-3DFE-B990-20C6441C148C}"/>
              </a:ext>
            </a:extLst>
          </p:cNvPr>
          <p:cNvSpPr>
            <a:spLocks noGrp="1"/>
          </p:cNvSpPr>
          <p:nvPr>
            <p:ph type="body" sz="quarter" idx="36" hasCustomPrompt="1"/>
          </p:nvPr>
        </p:nvSpPr>
        <p:spPr>
          <a:xfrm>
            <a:off x="613877" y="4871403"/>
            <a:ext cx="3373236" cy="914400"/>
          </a:xfrm>
        </p:spPr>
        <p:txBody>
          <a:bodyPr lIns="91440" rIns="91440">
            <a:normAutofit/>
          </a:bodyPr>
          <a:lstStyle>
            <a:lvl1pPr marL="0" indent="0" algn="l">
              <a:buNone/>
              <a:defRPr sz="1600">
                <a:solidFill>
                  <a:schemeClr val="tx2"/>
                </a:solidFill>
              </a:defRPr>
            </a:lvl1pPr>
          </a:lstStyle>
          <a:p>
            <a:pPr lvl="0"/>
            <a:r>
              <a:rPr lang="en-US"/>
              <a:t>Description of Item 4</a:t>
            </a:r>
          </a:p>
        </p:txBody>
      </p:sp>
      <p:sp>
        <p:nvSpPr>
          <p:cNvPr id="31" name="Text Placeholder 6">
            <a:extLst>
              <a:ext uri="{FF2B5EF4-FFF2-40B4-BE49-F238E27FC236}">
                <a16:creationId xmlns:a16="http://schemas.microsoft.com/office/drawing/2014/main" id="{7B9C306D-FDBC-1839-1DB4-6E340D4D9BF7}"/>
              </a:ext>
            </a:extLst>
          </p:cNvPr>
          <p:cNvSpPr>
            <a:spLocks noGrp="1"/>
          </p:cNvSpPr>
          <p:nvPr>
            <p:ph type="body" sz="quarter" idx="37" hasCustomPrompt="1"/>
          </p:nvPr>
        </p:nvSpPr>
        <p:spPr>
          <a:xfrm>
            <a:off x="4407401" y="4414203"/>
            <a:ext cx="3373237" cy="411480"/>
          </a:xfrm>
        </p:spPr>
        <p:txBody>
          <a:bodyPr tIns="0" bIns="0" anchor="b">
            <a:noAutofit/>
          </a:bodyPr>
          <a:lstStyle>
            <a:lvl1pPr marL="0" indent="0" algn="l">
              <a:buNone/>
              <a:defRPr sz="2400" b="1" spc="150" baseline="0">
                <a:solidFill>
                  <a:schemeClr val="accent1">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5</a:t>
            </a:r>
          </a:p>
        </p:txBody>
      </p:sp>
      <p:sp>
        <p:nvSpPr>
          <p:cNvPr id="32" name="Text Placeholder 14">
            <a:extLst>
              <a:ext uri="{FF2B5EF4-FFF2-40B4-BE49-F238E27FC236}">
                <a16:creationId xmlns:a16="http://schemas.microsoft.com/office/drawing/2014/main" id="{BE010D1F-3F4B-0C73-4D98-88AA5C270ECF}"/>
              </a:ext>
            </a:extLst>
          </p:cNvPr>
          <p:cNvSpPr>
            <a:spLocks noGrp="1"/>
          </p:cNvSpPr>
          <p:nvPr>
            <p:ph type="body" sz="quarter" idx="38" hasCustomPrompt="1"/>
          </p:nvPr>
        </p:nvSpPr>
        <p:spPr>
          <a:xfrm>
            <a:off x="4407402" y="4871403"/>
            <a:ext cx="3373236" cy="914400"/>
          </a:xfrm>
        </p:spPr>
        <p:txBody>
          <a:bodyPr lIns="91440" rIns="91440">
            <a:normAutofit/>
          </a:bodyPr>
          <a:lstStyle>
            <a:lvl1pPr marL="0" indent="0" algn="l">
              <a:buNone/>
              <a:defRPr sz="1600">
                <a:solidFill>
                  <a:schemeClr val="tx2"/>
                </a:solidFill>
              </a:defRPr>
            </a:lvl1pPr>
          </a:lstStyle>
          <a:p>
            <a:pPr lvl="0"/>
            <a:r>
              <a:rPr lang="en-US"/>
              <a:t>Description of Item 5</a:t>
            </a:r>
          </a:p>
        </p:txBody>
      </p:sp>
      <p:sp>
        <p:nvSpPr>
          <p:cNvPr id="33" name="Text Placeholder 6">
            <a:extLst>
              <a:ext uri="{FF2B5EF4-FFF2-40B4-BE49-F238E27FC236}">
                <a16:creationId xmlns:a16="http://schemas.microsoft.com/office/drawing/2014/main" id="{BA83F576-0EE9-7331-835E-F9933A66E657}"/>
              </a:ext>
            </a:extLst>
          </p:cNvPr>
          <p:cNvSpPr>
            <a:spLocks noGrp="1"/>
          </p:cNvSpPr>
          <p:nvPr>
            <p:ph type="body" sz="quarter" idx="39" hasCustomPrompt="1"/>
          </p:nvPr>
        </p:nvSpPr>
        <p:spPr>
          <a:xfrm>
            <a:off x="8213281" y="4414203"/>
            <a:ext cx="3373237" cy="411480"/>
          </a:xfrm>
        </p:spPr>
        <p:txBody>
          <a:bodyPr tIns="0" bIns="0" anchor="b">
            <a:noAutofit/>
          </a:bodyPr>
          <a:lstStyle>
            <a:lvl1pPr marL="0" indent="0" algn="l">
              <a:buNone/>
              <a:defRPr sz="2400" b="1" spc="150" baseline="0">
                <a:solidFill>
                  <a:schemeClr val="accent6"/>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6</a:t>
            </a:r>
          </a:p>
        </p:txBody>
      </p:sp>
      <p:sp>
        <p:nvSpPr>
          <p:cNvPr id="34" name="Text Placeholder 14">
            <a:extLst>
              <a:ext uri="{FF2B5EF4-FFF2-40B4-BE49-F238E27FC236}">
                <a16:creationId xmlns:a16="http://schemas.microsoft.com/office/drawing/2014/main" id="{2B78A01E-6558-60F1-EC05-96774EBFCFB8}"/>
              </a:ext>
            </a:extLst>
          </p:cNvPr>
          <p:cNvSpPr>
            <a:spLocks noGrp="1"/>
          </p:cNvSpPr>
          <p:nvPr>
            <p:ph type="body" sz="quarter" idx="40" hasCustomPrompt="1"/>
          </p:nvPr>
        </p:nvSpPr>
        <p:spPr>
          <a:xfrm>
            <a:off x="8213282" y="4871403"/>
            <a:ext cx="3373236" cy="914400"/>
          </a:xfrm>
        </p:spPr>
        <p:txBody>
          <a:bodyPr lIns="91440" rIns="91440">
            <a:normAutofit/>
          </a:bodyPr>
          <a:lstStyle>
            <a:lvl1pPr marL="0" indent="0" algn="l">
              <a:buNone/>
              <a:defRPr sz="1600">
                <a:solidFill>
                  <a:schemeClr val="tx2"/>
                </a:solidFill>
              </a:defRPr>
            </a:lvl1pPr>
          </a:lstStyle>
          <a:p>
            <a:pPr lvl="0"/>
            <a:r>
              <a:rPr lang="en-US"/>
              <a:t>Description of Item 6</a:t>
            </a:r>
          </a:p>
        </p:txBody>
      </p:sp>
    </p:spTree>
    <p:extLst>
      <p:ext uri="{BB962C8B-B14F-4D97-AF65-F5344CB8AC3E}">
        <p14:creationId xmlns:p14="http://schemas.microsoft.com/office/powerpoint/2010/main" val="330607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allouts — Text with Imag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DB4E8710-F613-296C-6D27-511D587D94D2}"/>
              </a:ext>
              <a:ext uri="{C183D7F6-B498-43B3-948B-1728B52AA6E4}">
                <adec:decorative xmlns:adec="http://schemas.microsoft.com/office/drawing/2017/decorative" val="1"/>
              </a:ext>
            </a:extLst>
          </p:cNvPr>
          <p:cNvSpPr/>
          <p:nvPr/>
        </p:nvSpPr>
        <p:spPr>
          <a:xfrm>
            <a:off x="0" y="1"/>
            <a:ext cx="457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D77B3C8E-6DA8-70F4-3F47-07475C9F1BD8}"/>
              </a:ext>
              <a:ext uri="{C183D7F6-B498-43B3-948B-1728B52AA6E4}">
                <adec:decorative xmlns:adec="http://schemas.microsoft.com/office/drawing/2017/decorative" val="1"/>
              </a:ext>
            </a:extLst>
          </p:cNvPr>
          <p:cNvPicPr>
            <a:picLocks noChangeAspect="1"/>
          </p:cNvPicPr>
          <p:nvPr/>
        </p:nvPicPr>
        <p:blipFill>
          <a:blip/>
          <a:srcRect l="4662" r="4662"/>
          <a:stretch/>
        </p:blipFill>
        <p:spPr>
          <a:xfrm>
            <a:off x="591616" y="673779"/>
            <a:ext cx="4806050" cy="5300301"/>
          </a:xfrm>
          <a:prstGeom prst="round2SameRect">
            <a:avLst>
              <a:gd name="adj1" fmla="val 50000"/>
              <a:gd name="adj2" fmla="val 0"/>
            </a:avLst>
          </a:prstGeom>
        </p:spPr>
      </p:pic>
      <p:sp>
        <p:nvSpPr>
          <p:cNvPr id="20" name="Picture Placeholder 15">
            <a:extLst>
              <a:ext uri="{FF2B5EF4-FFF2-40B4-BE49-F238E27FC236}">
                <a16:creationId xmlns:a16="http://schemas.microsoft.com/office/drawing/2014/main" id="{E545DEA1-88F4-8868-CC72-516C33885F30}"/>
              </a:ext>
            </a:extLst>
          </p:cNvPr>
          <p:cNvSpPr>
            <a:spLocks noGrp="1"/>
          </p:cNvSpPr>
          <p:nvPr>
            <p:ph type="pic" sz="quarter" idx="24" hasCustomPrompt="1"/>
          </p:nvPr>
        </p:nvSpPr>
        <p:spPr>
          <a:xfrm>
            <a:off x="591616" y="673780"/>
            <a:ext cx="4803163" cy="5300300"/>
          </a:xfrm>
          <a:prstGeom prst="round2SameRect">
            <a:avLst>
              <a:gd name="adj1" fmla="val 50000"/>
              <a:gd name="adj2" fmla="val 0"/>
            </a:avLst>
          </a:prstGeom>
          <a:gradFill>
            <a:gsLst>
              <a:gs pos="25000">
                <a:schemeClr val="tx2">
                  <a:alpha val="0"/>
                </a:schemeClr>
              </a:gs>
              <a:gs pos="100000">
                <a:schemeClr val="tx2">
                  <a:alpha val="40000"/>
                </a:schemeClr>
              </a:gs>
            </a:gsLst>
            <a:lin ang="5400000" scaled="1"/>
          </a:gradFill>
        </p:spPr>
        <p:txBody>
          <a:bodyPr lIns="0" tIns="182880" rIns="0" bIns="182880" anchor="b">
            <a:normAutofit/>
          </a:bodyPr>
          <a:lstStyle>
            <a:lvl1pPr marL="0" indent="0" algn="l">
              <a:buNone/>
              <a:defRPr sz="1600">
                <a:solidFill>
                  <a:schemeClr val="bg1"/>
                </a:solidFill>
              </a:defRPr>
            </a:lvl1pPr>
          </a:lstStyle>
          <a:p>
            <a:r>
              <a:rPr lang="en-US"/>
              <a:t>Optional: Click the icon in the center to add a custom image. </a:t>
            </a:r>
            <a:br>
              <a:rPr lang="en-US"/>
            </a:br>
            <a:r>
              <a:rPr lang="en-US"/>
              <a:t>Be careful not to move the frame, or the placeholder image beneath may peek through.</a:t>
            </a:r>
            <a:br>
              <a:rPr lang="en-US"/>
            </a:br>
            <a:r>
              <a:rPr lang="en-US"/>
              <a:t>Delete the frame if you don’t want to customize the image.</a:t>
            </a:r>
          </a:p>
        </p:txBody>
      </p:sp>
      <p:sp>
        <p:nvSpPr>
          <p:cNvPr id="3" name="Date Placeholder 2">
            <a:extLst>
              <a:ext uri="{FF2B5EF4-FFF2-40B4-BE49-F238E27FC236}">
                <a16:creationId xmlns:a16="http://schemas.microsoft.com/office/drawing/2014/main" id="{A933FE5E-E96E-9060-4FB2-8B3642B4E7B2}"/>
              </a:ext>
            </a:extLst>
          </p:cNvPr>
          <p:cNvSpPr>
            <a:spLocks noGrp="1"/>
          </p:cNvSpPr>
          <p:nvPr>
            <p:ph type="dt" sz="half" idx="10"/>
          </p:nvPr>
        </p:nvSpPr>
        <p:spPr/>
        <p:txBody>
          <a:bodyPr/>
          <a:lstStyle/>
          <a:p>
            <a:fld id="{8A60A3F5-120A-A64C-8514-4F9CB3D10376}" type="datetimeFigureOut">
              <a:rPr lang="en-US" smtClean="0"/>
              <a:pPr/>
              <a:t>12/2/25</a:t>
            </a:fld>
            <a:endParaRPr lang="en-US"/>
          </a:p>
        </p:txBody>
      </p:sp>
      <p:sp>
        <p:nvSpPr>
          <p:cNvPr id="4" name="Footer Placeholder 3">
            <a:extLst>
              <a:ext uri="{FF2B5EF4-FFF2-40B4-BE49-F238E27FC236}">
                <a16:creationId xmlns:a16="http://schemas.microsoft.com/office/drawing/2014/main" id="{2078525A-8675-1C7C-6F8C-EF57D6A1EB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78EB6F-0262-FC9C-4F18-4B7B1008B9BD}"/>
              </a:ext>
            </a:extLst>
          </p:cNvPr>
          <p:cNvSpPr>
            <a:spLocks noGrp="1"/>
          </p:cNvSpPr>
          <p:nvPr>
            <p:ph type="sldNum" sz="quarter" idx="12"/>
          </p:nvPr>
        </p:nvSpPr>
        <p:spPr>
          <a:noFill/>
        </p:spPr>
        <p:txBody>
          <a:bodyPr/>
          <a:lstStyle/>
          <a:p>
            <a:fld id="{8179B124-EE6F-DB4E-A403-682A40579A9A}" type="slidenum">
              <a:rPr lang="en-US" smtClean="0"/>
              <a:pPr/>
              <a:t>‹#›</a:t>
            </a:fld>
            <a:endParaRPr lang="en-US"/>
          </a:p>
        </p:txBody>
      </p:sp>
      <p:sp>
        <p:nvSpPr>
          <p:cNvPr id="10" name="Title 5">
            <a:extLst>
              <a:ext uri="{FF2B5EF4-FFF2-40B4-BE49-F238E27FC236}">
                <a16:creationId xmlns:a16="http://schemas.microsoft.com/office/drawing/2014/main" id="{48291921-404F-259D-3802-9FDDC9EC8165}"/>
              </a:ext>
            </a:extLst>
          </p:cNvPr>
          <p:cNvSpPr>
            <a:spLocks noGrp="1"/>
          </p:cNvSpPr>
          <p:nvPr>
            <p:ph type="title"/>
          </p:nvPr>
        </p:nvSpPr>
        <p:spPr>
          <a:xfrm>
            <a:off x="5704990" y="365125"/>
            <a:ext cx="5875947" cy="2129472"/>
          </a:xfrm>
        </p:spPr>
        <p:txBody>
          <a:bodyPr>
            <a:normAutofit/>
          </a:bodyPr>
          <a:lstStyle>
            <a:lvl1pPr>
              <a:defRPr sz="3600"/>
            </a:lvl1pPr>
          </a:lstStyle>
          <a:p>
            <a:r>
              <a:rPr lang="en-US"/>
              <a:t>Click to edit Master title style</a:t>
            </a:r>
          </a:p>
        </p:txBody>
      </p:sp>
      <p:sp>
        <p:nvSpPr>
          <p:cNvPr id="2" name="Text Placeholder 6">
            <a:extLst>
              <a:ext uri="{FF2B5EF4-FFF2-40B4-BE49-F238E27FC236}">
                <a16:creationId xmlns:a16="http://schemas.microsoft.com/office/drawing/2014/main" id="{321D2900-2F9D-B1FF-6DDD-28F286B90C26}"/>
              </a:ext>
            </a:extLst>
          </p:cNvPr>
          <p:cNvSpPr>
            <a:spLocks noGrp="1"/>
          </p:cNvSpPr>
          <p:nvPr>
            <p:ph type="body" sz="quarter" idx="14" hasCustomPrompt="1"/>
          </p:nvPr>
        </p:nvSpPr>
        <p:spPr>
          <a:xfrm>
            <a:off x="5699252" y="2790706"/>
            <a:ext cx="2802197" cy="411480"/>
          </a:xfrm>
        </p:spPr>
        <p:txBody>
          <a:bodyPr tIns="0" bIns="0" anchor="b">
            <a:noAutofit/>
          </a:bodyPr>
          <a:lstStyle>
            <a:lvl1pPr marL="0" indent="0" algn="l">
              <a:buNone/>
              <a:defRPr sz="2400" b="1" spc="15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1</a:t>
            </a:r>
          </a:p>
        </p:txBody>
      </p:sp>
      <p:sp>
        <p:nvSpPr>
          <p:cNvPr id="6" name="Text Placeholder 14">
            <a:extLst>
              <a:ext uri="{FF2B5EF4-FFF2-40B4-BE49-F238E27FC236}">
                <a16:creationId xmlns:a16="http://schemas.microsoft.com/office/drawing/2014/main" id="{7F8A1967-8D20-4FA5-7400-1E98245464C0}"/>
              </a:ext>
            </a:extLst>
          </p:cNvPr>
          <p:cNvSpPr>
            <a:spLocks noGrp="1"/>
          </p:cNvSpPr>
          <p:nvPr>
            <p:ph type="body" sz="quarter" idx="19" hasCustomPrompt="1"/>
          </p:nvPr>
        </p:nvSpPr>
        <p:spPr>
          <a:xfrm>
            <a:off x="5699253" y="3247906"/>
            <a:ext cx="2802196" cy="914400"/>
          </a:xfrm>
        </p:spPr>
        <p:txBody>
          <a:bodyPr lIns="91440" rIns="91440">
            <a:normAutofit/>
          </a:bodyPr>
          <a:lstStyle>
            <a:lvl1pPr marL="0" indent="0" algn="l">
              <a:buNone/>
              <a:defRPr sz="1600">
                <a:solidFill>
                  <a:schemeClr val="tx2"/>
                </a:solidFill>
              </a:defRPr>
            </a:lvl1pPr>
          </a:lstStyle>
          <a:p>
            <a:pPr lvl="0"/>
            <a:r>
              <a:rPr lang="en-US"/>
              <a:t>Description of Item 1</a:t>
            </a:r>
          </a:p>
        </p:txBody>
      </p:sp>
      <p:sp>
        <p:nvSpPr>
          <p:cNvPr id="9" name="Text Placeholder 6">
            <a:extLst>
              <a:ext uri="{FF2B5EF4-FFF2-40B4-BE49-F238E27FC236}">
                <a16:creationId xmlns:a16="http://schemas.microsoft.com/office/drawing/2014/main" id="{22C4339A-0440-7DEA-8D13-5122BBD0B7A0}"/>
              </a:ext>
            </a:extLst>
          </p:cNvPr>
          <p:cNvSpPr>
            <a:spLocks noGrp="1"/>
          </p:cNvSpPr>
          <p:nvPr>
            <p:ph type="body" sz="quarter" idx="31" hasCustomPrompt="1"/>
          </p:nvPr>
        </p:nvSpPr>
        <p:spPr>
          <a:xfrm>
            <a:off x="8778740" y="2790706"/>
            <a:ext cx="2802197" cy="411480"/>
          </a:xfrm>
        </p:spPr>
        <p:txBody>
          <a:bodyPr tIns="0" bIns="0" anchor="b">
            <a:noAutofit/>
          </a:bodyPr>
          <a:lstStyle>
            <a:lvl1pPr marL="0" indent="0" algn="l">
              <a:buNone/>
              <a:defRPr sz="2400" b="1" spc="15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2</a:t>
            </a:r>
          </a:p>
        </p:txBody>
      </p:sp>
      <p:sp>
        <p:nvSpPr>
          <p:cNvPr id="18" name="Text Placeholder 14">
            <a:extLst>
              <a:ext uri="{FF2B5EF4-FFF2-40B4-BE49-F238E27FC236}">
                <a16:creationId xmlns:a16="http://schemas.microsoft.com/office/drawing/2014/main" id="{F5472223-70CA-88A0-FF46-7B9780D7AB99}"/>
              </a:ext>
            </a:extLst>
          </p:cNvPr>
          <p:cNvSpPr>
            <a:spLocks noGrp="1"/>
          </p:cNvSpPr>
          <p:nvPr>
            <p:ph type="body" sz="quarter" idx="32" hasCustomPrompt="1"/>
          </p:nvPr>
        </p:nvSpPr>
        <p:spPr>
          <a:xfrm>
            <a:off x="8778741" y="3247906"/>
            <a:ext cx="2802196" cy="914400"/>
          </a:xfrm>
        </p:spPr>
        <p:txBody>
          <a:bodyPr lIns="91440" rIns="91440">
            <a:normAutofit/>
          </a:bodyPr>
          <a:lstStyle>
            <a:lvl1pPr marL="0" indent="0" algn="l">
              <a:buNone/>
              <a:defRPr sz="1600">
                <a:solidFill>
                  <a:schemeClr val="tx2"/>
                </a:solidFill>
              </a:defRPr>
            </a:lvl1pPr>
          </a:lstStyle>
          <a:p>
            <a:pPr lvl="0"/>
            <a:r>
              <a:rPr lang="en-US"/>
              <a:t>Description of Item 2</a:t>
            </a:r>
          </a:p>
        </p:txBody>
      </p:sp>
      <p:sp>
        <p:nvSpPr>
          <p:cNvPr id="19" name="Text Placeholder 6">
            <a:extLst>
              <a:ext uri="{FF2B5EF4-FFF2-40B4-BE49-F238E27FC236}">
                <a16:creationId xmlns:a16="http://schemas.microsoft.com/office/drawing/2014/main" id="{13AFE10E-4F01-AC67-2424-A915D326AD64}"/>
              </a:ext>
            </a:extLst>
          </p:cNvPr>
          <p:cNvSpPr>
            <a:spLocks noGrp="1"/>
          </p:cNvSpPr>
          <p:nvPr>
            <p:ph type="body" sz="quarter" idx="35" hasCustomPrompt="1"/>
          </p:nvPr>
        </p:nvSpPr>
        <p:spPr>
          <a:xfrm>
            <a:off x="5704990" y="4461709"/>
            <a:ext cx="2802197" cy="411480"/>
          </a:xfrm>
        </p:spPr>
        <p:txBody>
          <a:bodyPr tIns="0" bIns="0" anchor="b">
            <a:noAutofit/>
          </a:bodyPr>
          <a:lstStyle>
            <a:lvl1pPr marL="0" indent="0" algn="l">
              <a:buNone/>
              <a:defRPr sz="2400" b="1" spc="15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3</a:t>
            </a:r>
          </a:p>
        </p:txBody>
      </p:sp>
      <p:sp>
        <p:nvSpPr>
          <p:cNvPr id="21" name="Text Placeholder 14">
            <a:extLst>
              <a:ext uri="{FF2B5EF4-FFF2-40B4-BE49-F238E27FC236}">
                <a16:creationId xmlns:a16="http://schemas.microsoft.com/office/drawing/2014/main" id="{45E7690B-DD1C-2818-D426-0460446D6FDC}"/>
              </a:ext>
            </a:extLst>
          </p:cNvPr>
          <p:cNvSpPr>
            <a:spLocks noGrp="1"/>
          </p:cNvSpPr>
          <p:nvPr>
            <p:ph type="body" sz="quarter" idx="36" hasCustomPrompt="1"/>
          </p:nvPr>
        </p:nvSpPr>
        <p:spPr>
          <a:xfrm>
            <a:off x="5704991" y="4918909"/>
            <a:ext cx="2802196" cy="914400"/>
          </a:xfrm>
        </p:spPr>
        <p:txBody>
          <a:bodyPr lIns="91440" rIns="91440">
            <a:normAutofit/>
          </a:bodyPr>
          <a:lstStyle>
            <a:lvl1pPr marL="0" indent="0" algn="l">
              <a:buNone/>
              <a:defRPr sz="1600">
                <a:solidFill>
                  <a:schemeClr val="tx2"/>
                </a:solidFill>
              </a:defRPr>
            </a:lvl1pPr>
          </a:lstStyle>
          <a:p>
            <a:pPr lvl="0"/>
            <a:r>
              <a:rPr lang="en-US"/>
              <a:t>Description of Item 3</a:t>
            </a:r>
          </a:p>
        </p:txBody>
      </p:sp>
      <p:sp>
        <p:nvSpPr>
          <p:cNvPr id="22" name="Text Placeholder 6">
            <a:extLst>
              <a:ext uri="{FF2B5EF4-FFF2-40B4-BE49-F238E27FC236}">
                <a16:creationId xmlns:a16="http://schemas.microsoft.com/office/drawing/2014/main" id="{9126DD50-619D-8AE6-A7CB-335A889E49E6}"/>
              </a:ext>
            </a:extLst>
          </p:cNvPr>
          <p:cNvSpPr>
            <a:spLocks noGrp="1"/>
          </p:cNvSpPr>
          <p:nvPr>
            <p:ph type="body" sz="quarter" idx="37" hasCustomPrompt="1"/>
          </p:nvPr>
        </p:nvSpPr>
        <p:spPr>
          <a:xfrm>
            <a:off x="8776760" y="4461709"/>
            <a:ext cx="2802197" cy="411480"/>
          </a:xfrm>
        </p:spPr>
        <p:txBody>
          <a:bodyPr tIns="0" bIns="0" anchor="b">
            <a:noAutofit/>
          </a:bodyPr>
          <a:lstStyle>
            <a:lvl1pPr marL="0" indent="0" algn="l">
              <a:buNone/>
              <a:defRPr sz="2400" b="1" spc="15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Item 4</a:t>
            </a:r>
          </a:p>
        </p:txBody>
      </p:sp>
      <p:sp>
        <p:nvSpPr>
          <p:cNvPr id="23" name="Text Placeholder 14">
            <a:extLst>
              <a:ext uri="{FF2B5EF4-FFF2-40B4-BE49-F238E27FC236}">
                <a16:creationId xmlns:a16="http://schemas.microsoft.com/office/drawing/2014/main" id="{52867F76-2F6C-A0C7-C354-A3EEEAB8762E}"/>
              </a:ext>
            </a:extLst>
          </p:cNvPr>
          <p:cNvSpPr>
            <a:spLocks noGrp="1"/>
          </p:cNvSpPr>
          <p:nvPr>
            <p:ph type="body" sz="quarter" idx="38" hasCustomPrompt="1"/>
          </p:nvPr>
        </p:nvSpPr>
        <p:spPr>
          <a:xfrm>
            <a:off x="8776761" y="4918909"/>
            <a:ext cx="2802196" cy="914400"/>
          </a:xfrm>
        </p:spPr>
        <p:txBody>
          <a:bodyPr lIns="91440" rIns="91440">
            <a:normAutofit/>
          </a:bodyPr>
          <a:lstStyle>
            <a:lvl1pPr marL="0" indent="0" algn="l">
              <a:buNone/>
              <a:defRPr sz="1600">
                <a:solidFill>
                  <a:schemeClr val="tx2"/>
                </a:solidFill>
              </a:defRPr>
            </a:lvl1pPr>
          </a:lstStyle>
          <a:p>
            <a:pPr lvl="0"/>
            <a:r>
              <a:rPr lang="en-US"/>
              <a:t>Description of Item 4</a:t>
            </a:r>
          </a:p>
        </p:txBody>
      </p:sp>
    </p:spTree>
    <p:extLst>
      <p:ext uri="{BB962C8B-B14F-4D97-AF65-F5344CB8AC3E}">
        <p14:creationId xmlns:p14="http://schemas.microsoft.com/office/powerpoint/2010/main" val="5076074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rocess">
    <p:spTree>
      <p:nvGrpSpPr>
        <p:cNvPr id="1" name=""/>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3BAF39BA-9DFA-BAEE-5B10-3220677C0A60}"/>
              </a:ext>
            </a:extLst>
          </p:cNvPr>
          <p:cNvSpPr>
            <a:spLocks noGrp="1"/>
          </p:cNvSpPr>
          <p:nvPr>
            <p:ph type="sldNum" sz="quarter" idx="21"/>
          </p:nvPr>
        </p:nvSpPr>
        <p:spPr/>
        <p:txBody>
          <a:bodyPr/>
          <a:lstStyle/>
          <a:p>
            <a:fld id="{8179B124-EE6F-DB4E-A403-682A40579A9A}" type="slidenum">
              <a:rPr lang="en-US" smtClean="0"/>
              <a:pPr/>
              <a:t>‹#›</a:t>
            </a:fld>
            <a:endParaRPr lang="en-US"/>
          </a:p>
        </p:txBody>
      </p:sp>
      <p:sp>
        <p:nvSpPr>
          <p:cNvPr id="21" name="Date Placeholder 20">
            <a:extLst>
              <a:ext uri="{FF2B5EF4-FFF2-40B4-BE49-F238E27FC236}">
                <a16:creationId xmlns:a16="http://schemas.microsoft.com/office/drawing/2014/main" id="{7E88F7B4-3ADF-6404-8C1D-13E03B8BC090}"/>
              </a:ext>
            </a:extLst>
          </p:cNvPr>
          <p:cNvSpPr>
            <a:spLocks noGrp="1"/>
          </p:cNvSpPr>
          <p:nvPr>
            <p:ph type="dt" sz="half" idx="19"/>
          </p:nvPr>
        </p:nvSpPr>
        <p:spPr/>
        <p:txBody>
          <a:bodyPr/>
          <a:lstStyle/>
          <a:p>
            <a:fld id="{8A60A3F5-120A-A64C-8514-4F9CB3D10376}" type="datetimeFigureOut">
              <a:rPr lang="en-US" smtClean="0"/>
              <a:pPr/>
              <a:t>12/2/25</a:t>
            </a:fld>
            <a:endParaRPr lang="en-US"/>
          </a:p>
        </p:txBody>
      </p:sp>
      <p:sp>
        <p:nvSpPr>
          <p:cNvPr id="22" name="Footer Placeholder 21">
            <a:extLst>
              <a:ext uri="{FF2B5EF4-FFF2-40B4-BE49-F238E27FC236}">
                <a16:creationId xmlns:a16="http://schemas.microsoft.com/office/drawing/2014/main" id="{7B682567-EB11-07E9-BEFD-ACE2156CD99B}"/>
              </a:ext>
            </a:extLst>
          </p:cNvPr>
          <p:cNvSpPr>
            <a:spLocks noGrp="1"/>
          </p:cNvSpPr>
          <p:nvPr>
            <p:ph type="ftr" sz="quarter" idx="20"/>
          </p:nvPr>
        </p:nvSpPr>
        <p:spPr/>
        <p:txBody>
          <a:bodyPr/>
          <a:lstStyle/>
          <a:p>
            <a:endParaRPr lang="en-US"/>
          </a:p>
        </p:txBody>
      </p:sp>
      <p:sp>
        <p:nvSpPr>
          <p:cNvPr id="25" name="Text Placeholder 24">
            <a:extLst>
              <a:ext uri="{FF2B5EF4-FFF2-40B4-BE49-F238E27FC236}">
                <a16:creationId xmlns:a16="http://schemas.microsoft.com/office/drawing/2014/main" id="{BFC2A16B-BB3E-61E5-1858-7CB04B77B04D}"/>
              </a:ext>
            </a:extLst>
          </p:cNvPr>
          <p:cNvSpPr>
            <a:spLocks noGrp="1"/>
          </p:cNvSpPr>
          <p:nvPr>
            <p:ph type="body" sz="quarter" idx="30"/>
          </p:nvPr>
        </p:nvSpPr>
        <p:spPr>
          <a:xfrm>
            <a:off x="608138" y="2495678"/>
            <a:ext cx="4110460" cy="3448946"/>
          </a:xfrm>
        </p:spPr>
        <p:txBody>
          <a:bodyPr>
            <a:normAutofit/>
          </a:bodyPr>
          <a:lstStyle>
            <a:lvl1pPr marL="0" indent="0" algn="l">
              <a:buNone/>
              <a:defRPr sz="1800"/>
            </a:lvl1pPr>
            <a:lvl2pPr marL="457200" indent="0" algn="r">
              <a:buNone/>
              <a:defRPr sz="1600"/>
            </a:lvl2pPr>
            <a:lvl3pPr marL="914400" indent="0" algn="r">
              <a:buNone/>
              <a:defRPr sz="1400"/>
            </a:lvl3pPr>
            <a:lvl4pPr marL="1371600" indent="0" algn="r">
              <a:buNone/>
              <a:defRPr sz="1200"/>
            </a:lvl4pPr>
            <a:lvl5pPr marL="1828800" indent="0" algn="r">
              <a:buNone/>
              <a:defRPr sz="1200"/>
            </a:lvl5pPr>
          </a:lstStyle>
          <a:p>
            <a:pPr lvl="0"/>
            <a:r>
              <a:rPr lang="en-US"/>
              <a:t>Click to edit Master text styles</a:t>
            </a:r>
          </a:p>
        </p:txBody>
      </p:sp>
      <p:sp>
        <p:nvSpPr>
          <p:cNvPr id="26" name="Content Placeholder 8">
            <a:extLst>
              <a:ext uri="{FF2B5EF4-FFF2-40B4-BE49-F238E27FC236}">
                <a16:creationId xmlns:a16="http://schemas.microsoft.com/office/drawing/2014/main" id="{776E8A64-112B-D8DD-A5C0-A31C0BBBC35B}"/>
              </a:ext>
            </a:extLst>
          </p:cNvPr>
          <p:cNvSpPr>
            <a:spLocks noGrp="1"/>
          </p:cNvSpPr>
          <p:nvPr>
            <p:ph sz="quarter" idx="31" hasCustomPrompt="1"/>
          </p:nvPr>
        </p:nvSpPr>
        <p:spPr>
          <a:xfrm>
            <a:off x="5004485" y="598234"/>
            <a:ext cx="1335024" cy="1335024"/>
          </a:xfrm>
          <a:prstGeom prst="roundRect">
            <a:avLst>
              <a:gd name="adj" fmla="val 50000"/>
            </a:avLst>
          </a:prstGeom>
          <a:noFill/>
          <a:ln w="38100">
            <a:solidFill>
              <a:schemeClr val="accent2"/>
            </a:solidFill>
          </a:ln>
        </p:spPr>
        <p:txBody>
          <a:bodyPr lIns="91440" tIns="91440" rIns="91440" bIns="91440" anchor="ctr">
            <a:noAutofit/>
          </a:bodyPr>
          <a:lstStyle>
            <a:lvl1pPr marL="0" indent="0" algn="ctr">
              <a:lnSpc>
                <a:spcPct val="100000"/>
              </a:lnSpc>
              <a:spcBef>
                <a:spcPts val="0"/>
              </a:spcBef>
              <a:buNone/>
              <a:defRPr sz="3600" b="1" spc="0" baseline="0">
                <a:solidFill>
                  <a:schemeClr val="accent2"/>
                </a:solidFill>
                <a:latin typeface="+mj-lt"/>
              </a:defRPr>
            </a:lvl1pPr>
          </a:lstStyle>
          <a:p>
            <a:pPr lvl="0"/>
            <a:r>
              <a:rPr lang="en-US"/>
              <a:t>#</a:t>
            </a:r>
          </a:p>
        </p:txBody>
      </p:sp>
      <p:sp>
        <p:nvSpPr>
          <p:cNvPr id="29" name="Text Placeholder 14">
            <a:extLst>
              <a:ext uri="{FF2B5EF4-FFF2-40B4-BE49-F238E27FC236}">
                <a16:creationId xmlns:a16="http://schemas.microsoft.com/office/drawing/2014/main" id="{9D4077A0-2BD0-AA57-4696-43A7AF71D85E}"/>
              </a:ext>
            </a:extLst>
          </p:cNvPr>
          <p:cNvSpPr>
            <a:spLocks noGrp="1"/>
          </p:cNvSpPr>
          <p:nvPr>
            <p:ph type="body" sz="quarter" idx="32" hasCustomPrompt="1"/>
          </p:nvPr>
        </p:nvSpPr>
        <p:spPr>
          <a:xfrm>
            <a:off x="6406157" y="694933"/>
            <a:ext cx="5177705" cy="1141625"/>
          </a:xfrm>
        </p:spPr>
        <p:txBody>
          <a:bodyPr lIns="91440" rIns="91440" anchor="ctr">
            <a:normAutofit/>
          </a:bodyPr>
          <a:lstStyle>
            <a:lvl1pPr marL="0" indent="0" algn="l">
              <a:lnSpc>
                <a:spcPct val="100000"/>
              </a:lnSpc>
              <a:buNone/>
              <a:defRPr sz="1600" b="0">
                <a:solidFill>
                  <a:schemeClr val="tx2"/>
                </a:solidFill>
                <a:latin typeface="+mn-lt"/>
              </a:defRPr>
            </a:lvl1pPr>
          </a:lstStyle>
          <a:p>
            <a:pPr marL="0" marR="0" lvl="0" indent="0" algn="l"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t>Click the circle and begin typing to add text. Alternatively, you can add other media by clicking on the icons.</a:t>
            </a:r>
          </a:p>
        </p:txBody>
      </p:sp>
      <p:sp>
        <p:nvSpPr>
          <p:cNvPr id="2" name="Title 5">
            <a:extLst>
              <a:ext uri="{FF2B5EF4-FFF2-40B4-BE49-F238E27FC236}">
                <a16:creationId xmlns:a16="http://schemas.microsoft.com/office/drawing/2014/main" id="{99E1E092-B52C-7CBD-DAD4-D168388CF3F1}"/>
              </a:ext>
            </a:extLst>
          </p:cNvPr>
          <p:cNvSpPr>
            <a:spLocks noGrp="1"/>
          </p:cNvSpPr>
          <p:nvPr>
            <p:ph type="title"/>
          </p:nvPr>
        </p:nvSpPr>
        <p:spPr>
          <a:xfrm>
            <a:off x="608138" y="365125"/>
            <a:ext cx="4110460" cy="2130552"/>
          </a:xfrm>
        </p:spPr>
        <p:txBody>
          <a:bodyPr>
            <a:normAutofit/>
          </a:bodyPr>
          <a:lstStyle>
            <a:lvl1pPr algn="l">
              <a:defRPr sz="3600">
                <a:solidFill>
                  <a:schemeClr val="tx2"/>
                </a:solidFill>
              </a:defRPr>
            </a:lvl1pPr>
          </a:lstStyle>
          <a:p>
            <a:r>
              <a:rPr lang="en-US"/>
              <a:t>Click to edit Master title style</a:t>
            </a:r>
          </a:p>
        </p:txBody>
      </p:sp>
      <p:sp>
        <p:nvSpPr>
          <p:cNvPr id="5" name="Content Placeholder 8">
            <a:extLst>
              <a:ext uri="{FF2B5EF4-FFF2-40B4-BE49-F238E27FC236}">
                <a16:creationId xmlns:a16="http://schemas.microsoft.com/office/drawing/2014/main" id="{70FC3DE9-304C-33B8-BFA3-9E1B5B828D24}"/>
              </a:ext>
            </a:extLst>
          </p:cNvPr>
          <p:cNvSpPr>
            <a:spLocks noGrp="1"/>
          </p:cNvSpPr>
          <p:nvPr>
            <p:ph sz="quarter" idx="33" hasCustomPrompt="1"/>
          </p:nvPr>
        </p:nvSpPr>
        <p:spPr>
          <a:xfrm>
            <a:off x="5004485" y="1982189"/>
            <a:ext cx="1335024" cy="1335024"/>
          </a:xfrm>
          <a:prstGeom prst="roundRect">
            <a:avLst>
              <a:gd name="adj" fmla="val 50000"/>
            </a:avLst>
          </a:prstGeom>
          <a:noFill/>
          <a:ln w="38100">
            <a:solidFill>
              <a:schemeClr val="accent2"/>
            </a:solidFill>
          </a:ln>
        </p:spPr>
        <p:txBody>
          <a:bodyPr lIns="91440" tIns="91440" rIns="91440" bIns="91440" anchor="ctr">
            <a:noAutofit/>
          </a:bodyPr>
          <a:lstStyle>
            <a:lvl1pPr marL="0" indent="0" algn="ctr">
              <a:lnSpc>
                <a:spcPct val="100000"/>
              </a:lnSpc>
              <a:spcBef>
                <a:spcPts val="0"/>
              </a:spcBef>
              <a:buNone/>
              <a:defRPr sz="3600" b="1" spc="0" baseline="0">
                <a:solidFill>
                  <a:schemeClr val="accent2"/>
                </a:solidFill>
                <a:latin typeface="+mj-lt"/>
              </a:defRPr>
            </a:lvl1pPr>
          </a:lstStyle>
          <a:p>
            <a:pPr lvl="0"/>
            <a:r>
              <a:rPr lang="en-US"/>
              <a:t>#</a:t>
            </a:r>
          </a:p>
        </p:txBody>
      </p:sp>
      <p:sp>
        <p:nvSpPr>
          <p:cNvPr id="6" name="Text Placeholder 14">
            <a:extLst>
              <a:ext uri="{FF2B5EF4-FFF2-40B4-BE49-F238E27FC236}">
                <a16:creationId xmlns:a16="http://schemas.microsoft.com/office/drawing/2014/main" id="{946CBC1D-E47F-9F40-1FE2-1ACEB0B6E0D4}"/>
              </a:ext>
            </a:extLst>
          </p:cNvPr>
          <p:cNvSpPr>
            <a:spLocks noGrp="1"/>
          </p:cNvSpPr>
          <p:nvPr>
            <p:ph type="body" sz="quarter" idx="34" hasCustomPrompt="1"/>
          </p:nvPr>
        </p:nvSpPr>
        <p:spPr>
          <a:xfrm>
            <a:off x="6406157" y="2077638"/>
            <a:ext cx="5177705" cy="1141625"/>
          </a:xfrm>
        </p:spPr>
        <p:txBody>
          <a:bodyPr lIns="91440" rIns="91440" anchor="ctr">
            <a:normAutofit/>
          </a:bodyPr>
          <a:lstStyle>
            <a:lvl1pPr marL="0" indent="0" algn="l">
              <a:lnSpc>
                <a:spcPct val="100000"/>
              </a:lnSpc>
              <a:buNone/>
              <a:defRPr sz="1600" b="0">
                <a:solidFill>
                  <a:schemeClr val="tx2"/>
                </a:solidFill>
                <a:latin typeface="+mn-lt"/>
              </a:defRPr>
            </a:lvl1pPr>
          </a:lstStyle>
          <a:p>
            <a:pPr marL="0" marR="0" lvl="0" indent="0" algn="l"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t>The first icon of a picture with a search icon will let you select an image from the internet.</a:t>
            </a:r>
          </a:p>
        </p:txBody>
      </p:sp>
      <p:sp>
        <p:nvSpPr>
          <p:cNvPr id="8" name="Content Placeholder 8">
            <a:extLst>
              <a:ext uri="{FF2B5EF4-FFF2-40B4-BE49-F238E27FC236}">
                <a16:creationId xmlns:a16="http://schemas.microsoft.com/office/drawing/2014/main" id="{1E5BE9F7-06C0-9DD5-3901-369EF86B8122}"/>
              </a:ext>
            </a:extLst>
          </p:cNvPr>
          <p:cNvSpPr>
            <a:spLocks noGrp="1"/>
          </p:cNvSpPr>
          <p:nvPr>
            <p:ph sz="quarter" idx="35" hasCustomPrompt="1"/>
          </p:nvPr>
        </p:nvSpPr>
        <p:spPr>
          <a:xfrm>
            <a:off x="5004485" y="3366145"/>
            <a:ext cx="1335024" cy="1335024"/>
          </a:xfrm>
          <a:prstGeom prst="roundRect">
            <a:avLst>
              <a:gd name="adj" fmla="val 50000"/>
            </a:avLst>
          </a:prstGeom>
          <a:noFill/>
          <a:ln w="38100">
            <a:solidFill>
              <a:schemeClr val="accent2"/>
            </a:solidFill>
          </a:ln>
        </p:spPr>
        <p:txBody>
          <a:bodyPr lIns="91440" tIns="91440" rIns="91440" bIns="91440" anchor="ctr">
            <a:noAutofit/>
          </a:bodyPr>
          <a:lstStyle>
            <a:lvl1pPr marL="0" indent="0" algn="ctr">
              <a:lnSpc>
                <a:spcPct val="100000"/>
              </a:lnSpc>
              <a:spcBef>
                <a:spcPts val="0"/>
              </a:spcBef>
              <a:buNone/>
              <a:defRPr sz="3600" b="1" spc="0" baseline="0">
                <a:solidFill>
                  <a:schemeClr val="accent2"/>
                </a:solidFill>
                <a:latin typeface="+mj-lt"/>
              </a:defRPr>
            </a:lvl1pPr>
          </a:lstStyle>
          <a:p>
            <a:pPr lvl="0"/>
            <a:r>
              <a:rPr lang="en-US"/>
              <a:t>#</a:t>
            </a:r>
          </a:p>
        </p:txBody>
      </p:sp>
      <p:sp>
        <p:nvSpPr>
          <p:cNvPr id="10" name="Text Placeholder 14">
            <a:extLst>
              <a:ext uri="{FF2B5EF4-FFF2-40B4-BE49-F238E27FC236}">
                <a16:creationId xmlns:a16="http://schemas.microsoft.com/office/drawing/2014/main" id="{A57817D6-E77D-7FDD-34CC-52CCF9ECD3E5}"/>
              </a:ext>
            </a:extLst>
          </p:cNvPr>
          <p:cNvSpPr>
            <a:spLocks noGrp="1"/>
          </p:cNvSpPr>
          <p:nvPr>
            <p:ph type="body" sz="quarter" idx="36" hasCustomPrompt="1"/>
          </p:nvPr>
        </p:nvSpPr>
        <p:spPr>
          <a:xfrm>
            <a:off x="6406157" y="3467550"/>
            <a:ext cx="5177705" cy="1141625"/>
          </a:xfrm>
        </p:spPr>
        <p:txBody>
          <a:bodyPr lIns="91440" rIns="91440" anchor="ctr">
            <a:normAutofit/>
          </a:bodyPr>
          <a:lstStyle>
            <a:lvl1pPr marL="0" indent="0" algn="l">
              <a:lnSpc>
                <a:spcPct val="100000"/>
              </a:lnSpc>
              <a:buNone/>
              <a:defRPr sz="1600" b="0">
                <a:solidFill>
                  <a:schemeClr val="tx2"/>
                </a:solidFill>
                <a:latin typeface="+mn-lt"/>
              </a:defRPr>
            </a:lvl1pPr>
          </a:lstStyle>
          <a:p>
            <a:pPr marL="0" marR="0" lvl="0" indent="0" algn="l"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t>The second icon of a picture with a computer in front of it will let you add an image from your computer.</a:t>
            </a:r>
          </a:p>
        </p:txBody>
      </p:sp>
      <p:sp>
        <p:nvSpPr>
          <p:cNvPr id="12" name="Content Placeholder 8">
            <a:extLst>
              <a:ext uri="{FF2B5EF4-FFF2-40B4-BE49-F238E27FC236}">
                <a16:creationId xmlns:a16="http://schemas.microsoft.com/office/drawing/2014/main" id="{B1D4D10A-FAE5-949F-6E01-C2F6DDF1FD22}"/>
              </a:ext>
            </a:extLst>
          </p:cNvPr>
          <p:cNvSpPr>
            <a:spLocks noGrp="1"/>
          </p:cNvSpPr>
          <p:nvPr>
            <p:ph sz="quarter" idx="37" hasCustomPrompt="1"/>
          </p:nvPr>
        </p:nvSpPr>
        <p:spPr>
          <a:xfrm>
            <a:off x="5004485" y="4750101"/>
            <a:ext cx="1335024" cy="1335024"/>
          </a:xfrm>
          <a:prstGeom prst="roundRect">
            <a:avLst>
              <a:gd name="adj" fmla="val 50000"/>
            </a:avLst>
          </a:prstGeom>
          <a:noFill/>
          <a:ln w="38100">
            <a:solidFill>
              <a:schemeClr val="accent2"/>
            </a:solidFill>
          </a:ln>
        </p:spPr>
        <p:txBody>
          <a:bodyPr lIns="91440" tIns="91440" rIns="91440" bIns="91440" anchor="ctr">
            <a:noAutofit/>
          </a:bodyPr>
          <a:lstStyle>
            <a:lvl1pPr marL="0" indent="0" algn="ctr">
              <a:lnSpc>
                <a:spcPct val="100000"/>
              </a:lnSpc>
              <a:spcBef>
                <a:spcPts val="0"/>
              </a:spcBef>
              <a:buNone/>
              <a:defRPr sz="3600" b="1" spc="0" baseline="0">
                <a:solidFill>
                  <a:schemeClr val="accent2"/>
                </a:solidFill>
                <a:latin typeface="+mj-lt"/>
              </a:defRPr>
            </a:lvl1pPr>
          </a:lstStyle>
          <a:p>
            <a:pPr lvl="0"/>
            <a:r>
              <a:rPr lang="en-US"/>
              <a:t>#</a:t>
            </a:r>
          </a:p>
        </p:txBody>
      </p:sp>
      <p:sp>
        <p:nvSpPr>
          <p:cNvPr id="15" name="Text Placeholder 14">
            <a:extLst>
              <a:ext uri="{FF2B5EF4-FFF2-40B4-BE49-F238E27FC236}">
                <a16:creationId xmlns:a16="http://schemas.microsoft.com/office/drawing/2014/main" id="{FF6BB0A5-E626-3815-C7C7-59E1ABC22284}"/>
              </a:ext>
            </a:extLst>
          </p:cNvPr>
          <p:cNvSpPr>
            <a:spLocks noGrp="1"/>
          </p:cNvSpPr>
          <p:nvPr>
            <p:ph type="body" sz="quarter" idx="38" hasCustomPrompt="1"/>
          </p:nvPr>
        </p:nvSpPr>
        <p:spPr>
          <a:xfrm>
            <a:off x="6406157" y="4846800"/>
            <a:ext cx="5177705" cy="1141625"/>
          </a:xfrm>
        </p:spPr>
        <p:txBody>
          <a:bodyPr lIns="91440" rIns="91440" anchor="ctr">
            <a:normAutofit/>
          </a:bodyPr>
          <a:lstStyle>
            <a:lvl1pPr marL="0" indent="0" algn="l">
              <a:lnSpc>
                <a:spcPct val="100000"/>
              </a:lnSpc>
              <a:buNone/>
              <a:defRPr sz="1600" b="0">
                <a:solidFill>
                  <a:schemeClr val="tx2"/>
                </a:solidFill>
                <a:latin typeface="+mn-lt"/>
              </a:defRPr>
            </a:lvl1pPr>
          </a:lstStyle>
          <a:p>
            <a:pPr marL="0" marR="0" lvl="0" indent="0" algn="l"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t>The third icon of a duck and a leaf will add an icon from PowerPoint’s library.</a:t>
            </a:r>
          </a:p>
        </p:txBody>
      </p:sp>
    </p:spTree>
    <p:extLst>
      <p:ext uri="{BB962C8B-B14F-4D97-AF65-F5344CB8AC3E}">
        <p14:creationId xmlns:p14="http://schemas.microsoft.com/office/powerpoint/2010/main" val="396048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ampus Loca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D62420E-2810-4073-D19A-7A2AF704437D}"/>
              </a:ext>
              <a:ext uri="{C183D7F6-B498-43B3-948B-1728B52AA6E4}">
                <adec:decorative xmlns:adec="http://schemas.microsoft.com/office/drawing/2017/decorative" val="1"/>
              </a:ext>
            </a:extLst>
          </p:cNvPr>
          <p:cNvSpPr/>
          <p:nvPr/>
        </p:nvSpPr>
        <p:spPr>
          <a:xfrm>
            <a:off x="-1" y="0"/>
            <a:ext cx="4446564" cy="685799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3C2F6108-4656-0F75-9FEC-A979150C32FC}"/>
              </a:ext>
            </a:extLst>
          </p:cNvPr>
          <p:cNvSpPr>
            <a:spLocks noGrp="1"/>
          </p:cNvSpPr>
          <p:nvPr>
            <p:ph type="dt" sz="half" idx="10"/>
          </p:nvPr>
        </p:nvSpPr>
        <p:spPr/>
        <p:txBody>
          <a:bodyPr/>
          <a:lstStyle/>
          <a:p>
            <a:fld id="{8A60A3F5-120A-A64C-8514-4F9CB3D10376}" type="datetimeFigureOut">
              <a:rPr lang="en-US" smtClean="0"/>
              <a:pPr/>
              <a:t>12/2/25</a:t>
            </a:fld>
            <a:endParaRPr lang="en-US"/>
          </a:p>
        </p:txBody>
      </p:sp>
      <p:sp>
        <p:nvSpPr>
          <p:cNvPr id="4" name="Footer Placeholder 3">
            <a:extLst>
              <a:ext uri="{FF2B5EF4-FFF2-40B4-BE49-F238E27FC236}">
                <a16:creationId xmlns:a16="http://schemas.microsoft.com/office/drawing/2014/main" id="{C8C25101-EC9E-6982-1386-627325D6D9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0D8C62-EB9A-A16A-5AB4-11DD21B7B8F1}"/>
              </a:ext>
            </a:extLst>
          </p:cNvPr>
          <p:cNvSpPr>
            <a:spLocks noGrp="1"/>
          </p:cNvSpPr>
          <p:nvPr>
            <p:ph type="sldNum" sz="quarter" idx="12"/>
          </p:nvPr>
        </p:nvSpPr>
        <p:spPr/>
        <p:txBody>
          <a:bodyPr/>
          <a:lstStyle/>
          <a:p>
            <a:fld id="{8179B124-EE6F-DB4E-A403-682A40579A9A}" type="slidenum">
              <a:rPr lang="en-US" smtClean="0"/>
              <a:pPr/>
              <a:t>‹#›</a:t>
            </a:fld>
            <a:endParaRPr lang="en-US"/>
          </a:p>
        </p:txBody>
      </p:sp>
      <p:pic>
        <p:nvPicPr>
          <p:cNvPr id="6" name="Picture 5">
            <a:extLst>
              <a:ext uri="{FF2B5EF4-FFF2-40B4-BE49-F238E27FC236}">
                <a16:creationId xmlns:a16="http://schemas.microsoft.com/office/drawing/2014/main" id="{835C226B-455D-2D3B-B50D-607B1D453C50}"/>
              </a:ext>
            </a:extLst>
          </p:cNvPr>
          <p:cNvPicPr>
            <a:picLocks noChangeAspect="1"/>
          </p:cNvPicPr>
          <p:nvPr/>
        </p:nvPicPr>
        <p:blipFill>
          <a:blip/>
          <a:srcRect/>
          <a:stretch/>
        </p:blipFill>
        <p:spPr>
          <a:xfrm>
            <a:off x="0" y="776741"/>
            <a:ext cx="5460970" cy="5435599"/>
          </a:xfrm>
          <a:prstGeom prst="rect">
            <a:avLst/>
          </a:prstGeom>
        </p:spPr>
      </p:pic>
      <p:sp>
        <p:nvSpPr>
          <p:cNvPr id="8" name="Text Placeholder 7">
            <a:extLst>
              <a:ext uri="{FF2B5EF4-FFF2-40B4-BE49-F238E27FC236}">
                <a16:creationId xmlns:a16="http://schemas.microsoft.com/office/drawing/2014/main" id="{74734072-30A8-044B-748E-3AA928F91044}"/>
              </a:ext>
            </a:extLst>
          </p:cNvPr>
          <p:cNvSpPr>
            <a:spLocks noGrp="1"/>
          </p:cNvSpPr>
          <p:nvPr>
            <p:ph type="body" sz="quarter" idx="13" hasCustomPrompt="1"/>
          </p:nvPr>
        </p:nvSpPr>
        <p:spPr>
          <a:xfrm>
            <a:off x="5323840" y="2636464"/>
            <a:ext cx="6257098" cy="1752788"/>
          </a:xfrm>
        </p:spPr>
        <p:txBody>
          <a:bodyPr>
            <a:normAutofit/>
          </a:bodyPr>
          <a:lstStyle>
            <a:lvl1pPr marL="0" indent="0">
              <a:buNone/>
              <a:defRPr sz="1800"/>
            </a:lvl1pPr>
            <a:lvl5pPr marL="1828800" indent="0">
              <a:buNone/>
              <a:defRPr/>
            </a:lvl5pPr>
          </a:lstStyle>
          <a:p>
            <a:r>
              <a:rPr lang="en-US" dirty="0"/>
              <a:t>We have two vibrant campuses in Texas — one in San Marcos, one in Round Rock — and a variety of ways for you to discover each through in-person or digital experiences. Both our campuses are filled with opportunities to engage in life-changing learning, creative energy, and community spirit. </a:t>
            </a:r>
          </a:p>
        </p:txBody>
      </p:sp>
      <p:sp>
        <p:nvSpPr>
          <p:cNvPr id="15" name="Content Placeholder 14">
            <a:extLst>
              <a:ext uri="{FF2B5EF4-FFF2-40B4-BE49-F238E27FC236}">
                <a16:creationId xmlns:a16="http://schemas.microsoft.com/office/drawing/2014/main" id="{4B5777E2-21B7-81A4-F805-5FC6DC2EA7B4}"/>
              </a:ext>
            </a:extLst>
          </p:cNvPr>
          <p:cNvSpPr>
            <a:spLocks noGrp="1"/>
          </p:cNvSpPr>
          <p:nvPr>
            <p:ph sz="quarter" idx="14" hasCustomPrompt="1"/>
          </p:nvPr>
        </p:nvSpPr>
        <p:spPr>
          <a:xfrm>
            <a:off x="5865424" y="4717159"/>
            <a:ext cx="2419118" cy="852805"/>
          </a:xfrm>
        </p:spPr>
        <p:txBody>
          <a:bodyPr anchor="ctr">
            <a:noAutofit/>
          </a:bodyPr>
          <a:lstStyle>
            <a:lvl1pPr marL="0" indent="0">
              <a:lnSpc>
                <a:spcPct val="100000"/>
              </a:lnSpc>
              <a:spcBef>
                <a:spcPts val="0"/>
              </a:spcBef>
              <a:buNone/>
              <a:defRPr sz="1600">
                <a:solidFill>
                  <a:schemeClr val="tx2"/>
                </a:solidFill>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San Marcos Campus</a:t>
            </a:r>
          </a:p>
          <a:p>
            <a:pPr lvl="0"/>
            <a:r>
              <a:rPr lang="en-US"/>
              <a:t>601 University Drive</a:t>
            </a:r>
          </a:p>
          <a:p>
            <a:pPr lvl="0"/>
            <a:r>
              <a:rPr lang="en-US"/>
              <a:t>San Marcos, Texas 78666</a:t>
            </a:r>
          </a:p>
        </p:txBody>
      </p:sp>
      <p:sp>
        <p:nvSpPr>
          <p:cNvPr id="16" name="Content Placeholder 14">
            <a:extLst>
              <a:ext uri="{FF2B5EF4-FFF2-40B4-BE49-F238E27FC236}">
                <a16:creationId xmlns:a16="http://schemas.microsoft.com/office/drawing/2014/main" id="{4DBBC4B6-7A8A-E08B-43CF-13A71C009AFF}"/>
              </a:ext>
            </a:extLst>
          </p:cNvPr>
          <p:cNvSpPr>
            <a:spLocks noGrp="1"/>
          </p:cNvSpPr>
          <p:nvPr>
            <p:ph sz="quarter" idx="15" hasCustomPrompt="1"/>
          </p:nvPr>
        </p:nvSpPr>
        <p:spPr>
          <a:xfrm>
            <a:off x="9161819" y="4717159"/>
            <a:ext cx="2419118" cy="852805"/>
          </a:xfrm>
        </p:spPr>
        <p:txBody>
          <a:bodyPr anchor="ctr">
            <a:noAutofit/>
          </a:bodyPr>
          <a:lstStyle>
            <a:lvl1pPr marL="0" indent="0">
              <a:lnSpc>
                <a:spcPct val="100000"/>
              </a:lnSpc>
              <a:spcBef>
                <a:spcPts val="0"/>
              </a:spcBef>
              <a:buNone/>
              <a:defRPr sz="1600">
                <a:solidFill>
                  <a:schemeClr val="accent2"/>
                </a:solidFill>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Round Rock Campus</a:t>
            </a:r>
          </a:p>
          <a:p>
            <a:pPr lvl="0"/>
            <a:r>
              <a:rPr lang="en-US"/>
              <a:t>1555 University Blvd.</a:t>
            </a:r>
          </a:p>
          <a:p>
            <a:pPr lvl="0"/>
            <a:r>
              <a:rPr lang="en-US"/>
              <a:t>Round Rock, Texas 78665</a:t>
            </a:r>
          </a:p>
        </p:txBody>
      </p:sp>
      <p:sp>
        <p:nvSpPr>
          <p:cNvPr id="18" name="Content Placeholder 17">
            <a:extLst>
              <a:ext uri="{FF2B5EF4-FFF2-40B4-BE49-F238E27FC236}">
                <a16:creationId xmlns:a16="http://schemas.microsoft.com/office/drawing/2014/main" id="{B71807FD-9E90-7DEA-88D5-E4FDD1BC4221}"/>
              </a:ext>
              <a:ext uri="{C183D7F6-B498-43B3-948B-1728B52AA6E4}">
                <adec:decorative xmlns:adec="http://schemas.microsoft.com/office/drawing/2017/decorative" val="1"/>
              </a:ext>
            </a:extLst>
          </p:cNvPr>
          <p:cNvSpPr>
            <a:spLocks noGrp="1"/>
          </p:cNvSpPr>
          <p:nvPr>
            <p:ph sz="quarter" idx="16" hasCustomPrompt="1"/>
          </p:nvPr>
        </p:nvSpPr>
        <p:spPr>
          <a:xfrm rot="8100000">
            <a:off x="5339334" y="4818095"/>
            <a:ext cx="487362" cy="487363"/>
          </a:xfrm>
          <a:prstGeom prst="teardrop">
            <a:avLst/>
          </a:prstGeom>
          <a:solidFill>
            <a:schemeClr val="tx2"/>
          </a:solidFill>
        </p:spPr>
        <p:txBody>
          <a:bodyPr>
            <a:noAutofit/>
          </a:bodyPr>
          <a:lstStyle>
            <a:lvl1pPr marL="0" indent="0">
              <a:buNone/>
              <a:defRPr sz="2000"/>
            </a:lvl1pPr>
          </a:lstStyle>
          <a:p>
            <a:pPr lvl="0"/>
            <a:r>
              <a:rPr lang="en-US"/>
              <a:t> </a:t>
            </a:r>
          </a:p>
        </p:txBody>
      </p:sp>
      <p:sp>
        <p:nvSpPr>
          <p:cNvPr id="19" name="Content Placeholder 17">
            <a:extLst>
              <a:ext uri="{FF2B5EF4-FFF2-40B4-BE49-F238E27FC236}">
                <a16:creationId xmlns:a16="http://schemas.microsoft.com/office/drawing/2014/main" id="{245F8FA9-F527-15E5-7F0A-5756954A4CF4}"/>
              </a:ext>
              <a:ext uri="{C183D7F6-B498-43B3-948B-1728B52AA6E4}">
                <adec:decorative xmlns:adec="http://schemas.microsoft.com/office/drawing/2017/decorative" val="1"/>
              </a:ext>
            </a:extLst>
          </p:cNvPr>
          <p:cNvSpPr>
            <a:spLocks noGrp="1"/>
          </p:cNvSpPr>
          <p:nvPr>
            <p:ph sz="quarter" idx="17" hasCustomPrompt="1"/>
          </p:nvPr>
        </p:nvSpPr>
        <p:spPr>
          <a:xfrm rot="8100000">
            <a:off x="8658270" y="4818095"/>
            <a:ext cx="487362" cy="487363"/>
          </a:xfrm>
          <a:prstGeom prst="teardrop">
            <a:avLst/>
          </a:prstGeom>
          <a:solidFill>
            <a:schemeClr val="accent2"/>
          </a:solidFill>
        </p:spPr>
        <p:txBody>
          <a:bodyPr>
            <a:noAutofit/>
          </a:bodyPr>
          <a:lstStyle>
            <a:lvl1pPr marL="0" indent="0">
              <a:buNone/>
              <a:defRPr sz="2000"/>
            </a:lvl1pPr>
          </a:lstStyle>
          <a:p>
            <a:pPr lvl="0"/>
            <a:r>
              <a:rPr lang="en-US"/>
              <a:t> </a:t>
            </a:r>
          </a:p>
        </p:txBody>
      </p:sp>
      <p:sp>
        <p:nvSpPr>
          <p:cNvPr id="2" name="Title 1">
            <a:extLst>
              <a:ext uri="{FF2B5EF4-FFF2-40B4-BE49-F238E27FC236}">
                <a16:creationId xmlns:a16="http://schemas.microsoft.com/office/drawing/2014/main" id="{095F04EF-44E5-EE75-0E99-0D74C6B23661}"/>
              </a:ext>
            </a:extLst>
          </p:cNvPr>
          <p:cNvSpPr>
            <a:spLocks noGrp="1"/>
          </p:cNvSpPr>
          <p:nvPr>
            <p:ph type="title"/>
          </p:nvPr>
        </p:nvSpPr>
        <p:spPr>
          <a:xfrm>
            <a:off x="5323840" y="365124"/>
            <a:ext cx="6257097" cy="2130552"/>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3339258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D1D6F0-CDC4-F7FF-C374-27DD1536361F}"/>
              </a:ext>
            </a:extLst>
          </p:cNvPr>
          <p:cNvSpPr/>
          <p:nvPr userDrawn="1"/>
        </p:nvSpPr>
        <p:spPr>
          <a:xfrm>
            <a:off x="1524" y="124743"/>
            <a:ext cx="12188952" cy="9144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C57A2F-F3D3-58A1-E05C-DCE9526BC25B}"/>
              </a:ext>
            </a:extLst>
          </p:cNvPr>
          <p:cNvSpPr>
            <a:spLocks noGrp="1"/>
          </p:cNvSpPr>
          <p:nvPr>
            <p:ph type="title" hasCustomPrompt="1"/>
          </p:nvPr>
        </p:nvSpPr>
        <p:spPr>
          <a:xfrm>
            <a:off x="2540000" y="365124"/>
            <a:ext cx="9040938" cy="4878010"/>
          </a:xfrm>
        </p:spPr>
        <p:txBody>
          <a:bodyPr>
            <a:normAutofit/>
          </a:bodyPr>
          <a:lstStyle>
            <a:lvl1pPr marL="9525" indent="-9525">
              <a:tabLst/>
              <a:defRPr sz="7200">
                <a:solidFill>
                  <a:schemeClr val="tx2"/>
                </a:solidFill>
              </a:defRPr>
            </a:lvl1pPr>
          </a:lstStyle>
          <a:p>
            <a:r>
              <a:rPr lang="en-US"/>
              <a:t>“Big Quote”</a:t>
            </a:r>
          </a:p>
        </p:txBody>
      </p:sp>
      <p:sp>
        <p:nvSpPr>
          <p:cNvPr id="12" name="Text Placeholder 11">
            <a:extLst>
              <a:ext uri="{FF2B5EF4-FFF2-40B4-BE49-F238E27FC236}">
                <a16:creationId xmlns:a16="http://schemas.microsoft.com/office/drawing/2014/main" id="{5DE1C05A-82B6-5B95-9199-C1DD646328E7}"/>
              </a:ext>
            </a:extLst>
          </p:cNvPr>
          <p:cNvSpPr>
            <a:spLocks noGrp="1"/>
          </p:cNvSpPr>
          <p:nvPr>
            <p:ph type="body" sz="quarter" idx="13" hasCustomPrompt="1"/>
          </p:nvPr>
        </p:nvSpPr>
        <p:spPr>
          <a:xfrm>
            <a:off x="3499494" y="5243134"/>
            <a:ext cx="8081319" cy="731520"/>
          </a:xfrm>
        </p:spPr>
        <p:txBody>
          <a:bodyPr>
            <a:normAutofit/>
          </a:bodyPr>
          <a:lstStyle>
            <a:lvl1pPr marL="0" indent="0" algn="l">
              <a:buNone/>
              <a:defRPr sz="1800">
                <a:solidFill>
                  <a:schemeClr val="tx2"/>
                </a:solidFill>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 Quote Attribution</a:t>
            </a:r>
          </a:p>
        </p:txBody>
      </p:sp>
      <p:sp>
        <p:nvSpPr>
          <p:cNvPr id="3" name="Date Placeholder 2">
            <a:extLst>
              <a:ext uri="{FF2B5EF4-FFF2-40B4-BE49-F238E27FC236}">
                <a16:creationId xmlns:a16="http://schemas.microsoft.com/office/drawing/2014/main" id="{BD485CFC-5649-2548-DF50-3BB9208BCEE9}"/>
              </a:ext>
            </a:extLst>
          </p:cNvPr>
          <p:cNvSpPr>
            <a:spLocks noGrp="1"/>
          </p:cNvSpPr>
          <p:nvPr>
            <p:ph type="dt" sz="half" idx="10"/>
          </p:nvPr>
        </p:nvSpPr>
        <p:spPr/>
        <p:txBody>
          <a:bodyPr/>
          <a:lstStyle/>
          <a:p>
            <a:fld id="{8A60A3F5-120A-A64C-8514-4F9CB3D10376}" type="datetimeFigureOut">
              <a:rPr lang="en-US" smtClean="0"/>
              <a:pPr/>
              <a:t>12/2/25</a:t>
            </a:fld>
            <a:endParaRPr lang="en-US"/>
          </a:p>
        </p:txBody>
      </p:sp>
      <p:sp>
        <p:nvSpPr>
          <p:cNvPr id="4" name="Footer Placeholder 3">
            <a:extLst>
              <a:ext uri="{FF2B5EF4-FFF2-40B4-BE49-F238E27FC236}">
                <a16:creationId xmlns:a16="http://schemas.microsoft.com/office/drawing/2014/main" id="{36DF3915-64D4-E43F-8D7A-84490D9398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B48A94-C625-A08D-0F51-4AA2BEC5982D}"/>
              </a:ext>
            </a:extLst>
          </p:cNvPr>
          <p:cNvSpPr>
            <a:spLocks noGrp="1"/>
          </p:cNvSpPr>
          <p:nvPr>
            <p:ph type="sldNum" sz="quarter" idx="12"/>
          </p:nvPr>
        </p:nvSpPr>
        <p:spPr/>
        <p:txBody>
          <a:bodyPr/>
          <a:lstStyle/>
          <a:p>
            <a:fld id="{8179B124-EE6F-DB4E-A403-682A40579A9A}" type="slidenum">
              <a:rPr lang="en-US" smtClean="0"/>
              <a:pPr/>
              <a:t>‹#›</a:t>
            </a:fld>
            <a:endParaRPr lang="en-US"/>
          </a:p>
        </p:txBody>
      </p:sp>
      <p:pic>
        <p:nvPicPr>
          <p:cNvPr id="7" name="Picture 6">
            <a:extLst>
              <a:ext uri="{FF2B5EF4-FFF2-40B4-BE49-F238E27FC236}">
                <a16:creationId xmlns:a16="http://schemas.microsoft.com/office/drawing/2014/main" id="{394E85DC-DBE5-E58F-F932-981773177768}"/>
              </a:ext>
              <a:ext uri="{C183D7F6-B498-43B3-948B-1728B52AA6E4}">
                <adec:decorative xmlns:adec="http://schemas.microsoft.com/office/drawing/2017/decorative" val="1"/>
              </a:ext>
            </a:extLst>
          </p:cNvPr>
          <p:cNvPicPr>
            <a:picLocks noChangeAspect="1"/>
          </p:cNvPicPr>
          <p:nvPr userDrawn="1"/>
        </p:nvPicPr>
        <p:blipFill>
          <a:blip/>
          <a:srcRect t="10486" b="10486"/>
          <a:stretch/>
        </p:blipFill>
        <p:spPr>
          <a:xfrm>
            <a:off x="0" y="0"/>
            <a:ext cx="12192000" cy="125457"/>
          </a:xfrm>
          <a:prstGeom prst="rect">
            <a:avLst/>
          </a:prstGeom>
          <a:ln>
            <a:noFill/>
          </a:ln>
        </p:spPr>
      </p:pic>
    </p:spTree>
    <p:extLst>
      <p:ext uri="{BB962C8B-B14F-4D97-AF65-F5344CB8AC3E}">
        <p14:creationId xmlns:p14="http://schemas.microsoft.com/office/powerpoint/2010/main" val="19158861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Intro - Single">
    <p:spTree>
      <p:nvGrpSpPr>
        <p:cNvPr id="1" name=""/>
        <p:cNvGrpSpPr/>
        <p:nvPr/>
      </p:nvGrpSpPr>
      <p:grpSpPr>
        <a:xfrm>
          <a:off x="0" y="0"/>
          <a:ext cx="0" cy="0"/>
          <a:chOff x="0" y="0"/>
          <a:chExt cx="0" cy="0"/>
        </a:xfrm>
      </p:grpSpPr>
      <p:sp>
        <p:nvSpPr>
          <p:cNvPr id="6" name="Picture Placeholder 15">
            <a:extLst>
              <a:ext uri="{FF2B5EF4-FFF2-40B4-BE49-F238E27FC236}">
                <a16:creationId xmlns:a16="http://schemas.microsoft.com/office/drawing/2014/main" id="{C8A60102-E0C3-2CAF-DD93-6F80DD998D16}"/>
              </a:ext>
            </a:extLst>
          </p:cNvPr>
          <p:cNvSpPr>
            <a:spLocks noGrp="1"/>
          </p:cNvSpPr>
          <p:nvPr>
            <p:ph type="pic" sz="quarter" idx="18" hasCustomPrompt="1"/>
          </p:nvPr>
        </p:nvSpPr>
        <p:spPr>
          <a:xfrm>
            <a:off x="609600" y="1966205"/>
            <a:ext cx="2930534" cy="2925590"/>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100" b="1">
                <a:solidFill>
                  <a:schemeClr val="bg1"/>
                </a:solidFill>
              </a:defRPr>
            </a:lvl1pPr>
          </a:lstStyle>
          <a:p>
            <a:r>
              <a:rPr lang="en-US"/>
              <a:t>Click the icon in the center to add an image. </a:t>
            </a:r>
          </a:p>
        </p:txBody>
      </p:sp>
      <p:sp>
        <p:nvSpPr>
          <p:cNvPr id="3" name="Date Placeholder 2">
            <a:extLst>
              <a:ext uri="{FF2B5EF4-FFF2-40B4-BE49-F238E27FC236}">
                <a16:creationId xmlns:a16="http://schemas.microsoft.com/office/drawing/2014/main" id="{4FD90CC9-350C-84B2-A08C-2020302FF0DB}"/>
              </a:ext>
            </a:extLst>
          </p:cNvPr>
          <p:cNvSpPr>
            <a:spLocks noGrp="1"/>
          </p:cNvSpPr>
          <p:nvPr>
            <p:ph type="dt" sz="half" idx="10"/>
          </p:nvPr>
        </p:nvSpPr>
        <p:spPr/>
        <p:txBody>
          <a:bodyPr/>
          <a:lstStyle/>
          <a:p>
            <a:fld id="{8A60A3F5-120A-A64C-8514-4F9CB3D10376}" type="datetimeFigureOut">
              <a:rPr lang="en-US" smtClean="0"/>
              <a:pPr/>
              <a:t>12/2/25</a:t>
            </a:fld>
            <a:endParaRPr lang="en-US"/>
          </a:p>
        </p:txBody>
      </p:sp>
      <p:sp>
        <p:nvSpPr>
          <p:cNvPr id="4" name="Footer Placeholder 3">
            <a:extLst>
              <a:ext uri="{FF2B5EF4-FFF2-40B4-BE49-F238E27FC236}">
                <a16:creationId xmlns:a16="http://schemas.microsoft.com/office/drawing/2014/main" id="{66F21260-C2F4-2B08-87FA-87B177A18E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C4FA84-76C0-7663-05F3-EF3F24CF8F9B}"/>
              </a:ext>
            </a:extLst>
          </p:cNvPr>
          <p:cNvSpPr>
            <a:spLocks noGrp="1"/>
          </p:cNvSpPr>
          <p:nvPr>
            <p:ph type="sldNum" sz="quarter" idx="12"/>
          </p:nvPr>
        </p:nvSpPr>
        <p:spPr/>
        <p:txBody>
          <a:bodyPr/>
          <a:lstStyle/>
          <a:p>
            <a:fld id="{8179B124-EE6F-DB4E-A403-682A40579A9A}" type="slidenum">
              <a:rPr lang="en-US" smtClean="0"/>
              <a:pPr/>
              <a:t>‹#›</a:t>
            </a:fld>
            <a:endParaRPr lang="en-US"/>
          </a:p>
        </p:txBody>
      </p:sp>
      <p:sp>
        <p:nvSpPr>
          <p:cNvPr id="7" name="Text Placeholder 14">
            <a:extLst>
              <a:ext uri="{FF2B5EF4-FFF2-40B4-BE49-F238E27FC236}">
                <a16:creationId xmlns:a16="http://schemas.microsoft.com/office/drawing/2014/main" id="{7FA30A96-9126-F34E-5619-3746E24564EE}"/>
              </a:ext>
            </a:extLst>
          </p:cNvPr>
          <p:cNvSpPr>
            <a:spLocks noGrp="1"/>
          </p:cNvSpPr>
          <p:nvPr>
            <p:ph type="body" sz="quarter" idx="19"/>
          </p:nvPr>
        </p:nvSpPr>
        <p:spPr>
          <a:xfrm>
            <a:off x="3779520" y="4033520"/>
            <a:ext cx="7801418" cy="858275"/>
          </a:xfrm>
        </p:spPr>
        <p:txBody>
          <a:bodyPr lIns="91440" rIns="91440">
            <a:normAutofit/>
          </a:bodyPr>
          <a:lstStyle>
            <a:lvl1pPr marL="0" indent="0" algn="l">
              <a:buNone/>
              <a:defRPr sz="1800">
                <a:solidFill>
                  <a:schemeClr val="tx2"/>
                </a:solidFill>
              </a:defRPr>
            </a:lvl1pPr>
          </a:lstStyle>
          <a:p>
            <a:pPr lvl="0"/>
            <a:r>
              <a:rPr lang="en-US"/>
              <a:t>Click to edit Master text styles</a:t>
            </a:r>
          </a:p>
        </p:txBody>
      </p:sp>
      <p:sp>
        <p:nvSpPr>
          <p:cNvPr id="8" name="Title 7">
            <a:extLst>
              <a:ext uri="{FF2B5EF4-FFF2-40B4-BE49-F238E27FC236}">
                <a16:creationId xmlns:a16="http://schemas.microsoft.com/office/drawing/2014/main" id="{00792357-BD60-0E76-D69A-707F22148C9B}"/>
              </a:ext>
            </a:extLst>
          </p:cNvPr>
          <p:cNvSpPr>
            <a:spLocks noGrp="1"/>
          </p:cNvSpPr>
          <p:nvPr>
            <p:ph type="title"/>
          </p:nvPr>
        </p:nvSpPr>
        <p:spPr>
          <a:xfrm>
            <a:off x="3779520" y="365125"/>
            <a:ext cx="7801418" cy="3587115"/>
          </a:xfrm>
        </p:spPr>
        <p:txBody>
          <a:bodyPr/>
          <a:lstStyle/>
          <a:p>
            <a:r>
              <a:rPr lang="en-US"/>
              <a:t>Click to edit Master title style</a:t>
            </a:r>
          </a:p>
        </p:txBody>
      </p:sp>
    </p:spTree>
    <p:extLst>
      <p:ext uri="{BB962C8B-B14F-4D97-AF65-F5344CB8AC3E}">
        <p14:creationId xmlns:p14="http://schemas.microsoft.com/office/powerpoint/2010/main" val="1008797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 Small Team">
    <p:spTree>
      <p:nvGrpSpPr>
        <p:cNvPr id="1" name=""/>
        <p:cNvGrpSpPr/>
        <p:nvPr/>
      </p:nvGrpSpPr>
      <p:grpSpPr>
        <a:xfrm>
          <a:off x="0" y="0"/>
          <a:ext cx="0" cy="0"/>
          <a:chOff x="0" y="0"/>
          <a:chExt cx="0" cy="0"/>
        </a:xfrm>
      </p:grpSpPr>
      <p:sp>
        <p:nvSpPr>
          <p:cNvPr id="6" name="Picture Placeholder 15">
            <a:extLst>
              <a:ext uri="{FF2B5EF4-FFF2-40B4-BE49-F238E27FC236}">
                <a16:creationId xmlns:a16="http://schemas.microsoft.com/office/drawing/2014/main" id="{BF02EB3A-23B9-32BA-870D-285DDE5BDAF5}"/>
              </a:ext>
            </a:extLst>
          </p:cNvPr>
          <p:cNvSpPr>
            <a:spLocks noGrp="1"/>
          </p:cNvSpPr>
          <p:nvPr>
            <p:ph type="pic" sz="quarter" idx="18" hasCustomPrompt="1"/>
          </p:nvPr>
        </p:nvSpPr>
        <p:spPr>
          <a:xfrm>
            <a:off x="992756" y="1925871"/>
            <a:ext cx="1550300" cy="150312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100" b="1">
                <a:solidFill>
                  <a:schemeClr val="bg1"/>
                </a:solidFill>
              </a:defRPr>
            </a:lvl1pPr>
          </a:lstStyle>
          <a:p>
            <a:r>
              <a:rPr lang="en-US"/>
              <a:t>Click the icon in the center to add an image. </a:t>
            </a:r>
          </a:p>
        </p:txBody>
      </p:sp>
      <p:sp>
        <p:nvSpPr>
          <p:cNvPr id="8" name="Text Placeholder 7">
            <a:extLst>
              <a:ext uri="{FF2B5EF4-FFF2-40B4-BE49-F238E27FC236}">
                <a16:creationId xmlns:a16="http://schemas.microsoft.com/office/drawing/2014/main" id="{8497C0D0-C4FF-28F7-B32C-D05A436FAD6A}"/>
              </a:ext>
            </a:extLst>
          </p:cNvPr>
          <p:cNvSpPr>
            <a:spLocks noGrp="1"/>
          </p:cNvSpPr>
          <p:nvPr>
            <p:ph type="body" sz="quarter" idx="19" hasCustomPrompt="1"/>
          </p:nvPr>
        </p:nvSpPr>
        <p:spPr>
          <a:xfrm>
            <a:off x="2701925" y="1925871"/>
            <a:ext cx="3079115" cy="756369"/>
          </a:xfrm>
        </p:spPr>
        <p:txBody>
          <a:bodyPr anchor="b"/>
          <a:lstStyle>
            <a:lvl1pPr marL="0" indent="0">
              <a:lnSpc>
                <a:spcPct val="100000"/>
              </a:lnSpc>
              <a:buNone/>
              <a:defRPr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9" name="Text Placeholder 7">
            <a:extLst>
              <a:ext uri="{FF2B5EF4-FFF2-40B4-BE49-F238E27FC236}">
                <a16:creationId xmlns:a16="http://schemas.microsoft.com/office/drawing/2014/main" id="{E2DAB20D-E1BC-602F-74EB-406FAE6BF48F}"/>
              </a:ext>
            </a:extLst>
          </p:cNvPr>
          <p:cNvSpPr>
            <a:spLocks noGrp="1"/>
          </p:cNvSpPr>
          <p:nvPr>
            <p:ph type="body" sz="quarter" idx="20" hasCustomPrompt="1"/>
          </p:nvPr>
        </p:nvSpPr>
        <p:spPr>
          <a:xfrm>
            <a:off x="2701925" y="2687871"/>
            <a:ext cx="3079115" cy="756369"/>
          </a:xfrm>
        </p:spPr>
        <p:txBody>
          <a:bodyPr anchor="t">
            <a:normAutofit/>
          </a:bodyPr>
          <a:lstStyle>
            <a:lvl1pPr marL="0" indent="0">
              <a:lnSpc>
                <a:spcPct val="100000"/>
              </a:lnSpc>
              <a:buNone/>
              <a:defRPr sz="16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7" name="Title 6">
            <a:extLst>
              <a:ext uri="{FF2B5EF4-FFF2-40B4-BE49-F238E27FC236}">
                <a16:creationId xmlns:a16="http://schemas.microsoft.com/office/drawing/2014/main" id="{AF1AF096-8694-2FF9-6AF4-4A116C5C1628}"/>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2" name="Picture Placeholder 15">
            <a:extLst>
              <a:ext uri="{FF2B5EF4-FFF2-40B4-BE49-F238E27FC236}">
                <a16:creationId xmlns:a16="http://schemas.microsoft.com/office/drawing/2014/main" id="{D627D8A6-7B04-B85E-A128-28D84515D4C4}"/>
              </a:ext>
            </a:extLst>
          </p:cNvPr>
          <p:cNvSpPr>
            <a:spLocks noGrp="1"/>
          </p:cNvSpPr>
          <p:nvPr>
            <p:ph type="pic" sz="quarter" idx="21" hasCustomPrompt="1"/>
          </p:nvPr>
        </p:nvSpPr>
        <p:spPr>
          <a:xfrm>
            <a:off x="6410962" y="1925871"/>
            <a:ext cx="1550300" cy="150312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100" b="1">
                <a:solidFill>
                  <a:schemeClr val="bg1"/>
                </a:solidFill>
              </a:defRPr>
            </a:lvl1pPr>
          </a:lstStyle>
          <a:p>
            <a:r>
              <a:rPr lang="en-US"/>
              <a:t>Click the icon in the center to add an image. </a:t>
            </a:r>
          </a:p>
        </p:txBody>
      </p:sp>
      <p:sp>
        <p:nvSpPr>
          <p:cNvPr id="19" name="Text Placeholder 7">
            <a:extLst>
              <a:ext uri="{FF2B5EF4-FFF2-40B4-BE49-F238E27FC236}">
                <a16:creationId xmlns:a16="http://schemas.microsoft.com/office/drawing/2014/main" id="{74CB46F3-5472-B0A3-6A0A-5ED604801BFC}"/>
              </a:ext>
            </a:extLst>
          </p:cNvPr>
          <p:cNvSpPr>
            <a:spLocks noGrp="1"/>
          </p:cNvSpPr>
          <p:nvPr>
            <p:ph type="body" sz="quarter" idx="22" hasCustomPrompt="1"/>
          </p:nvPr>
        </p:nvSpPr>
        <p:spPr>
          <a:xfrm>
            <a:off x="8114185" y="1925871"/>
            <a:ext cx="3079115" cy="756369"/>
          </a:xfrm>
        </p:spPr>
        <p:txBody>
          <a:bodyPr anchor="b"/>
          <a:lstStyle>
            <a:lvl1pPr marL="0" indent="0">
              <a:lnSpc>
                <a:spcPct val="100000"/>
              </a:lnSpc>
              <a:buNone/>
              <a:defRPr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20" name="Text Placeholder 7">
            <a:extLst>
              <a:ext uri="{FF2B5EF4-FFF2-40B4-BE49-F238E27FC236}">
                <a16:creationId xmlns:a16="http://schemas.microsoft.com/office/drawing/2014/main" id="{E5B1B96F-E065-523C-352D-55E4CF7D46DF}"/>
              </a:ext>
            </a:extLst>
          </p:cNvPr>
          <p:cNvSpPr>
            <a:spLocks noGrp="1"/>
          </p:cNvSpPr>
          <p:nvPr>
            <p:ph type="body" sz="quarter" idx="23" hasCustomPrompt="1"/>
          </p:nvPr>
        </p:nvSpPr>
        <p:spPr>
          <a:xfrm>
            <a:off x="8109388" y="2687871"/>
            <a:ext cx="3079115" cy="756369"/>
          </a:xfrm>
        </p:spPr>
        <p:txBody>
          <a:bodyPr anchor="t">
            <a:normAutofit/>
          </a:bodyPr>
          <a:lstStyle>
            <a:lvl1pPr marL="0" indent="0">
              <a:lnSpc>
                <a:spcPct val="100000"/>
              </a:lnSpc>
              <a:buNone/>
              <a:defRPr sz="16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21" name="Picture Placeholder 15">
            <a:extLst>
              <a:ext uri="{FF2B5EF4-FFF2-40B4-BE49-F238E27FC236}">
                <a16:creationId xmlns:a16="http://schemas.microsoft.com/office/drawing/2014/main" id="{7DC03777-7704-D178-37DC-3582A872D339}"/>
              </a:ext>
            </a:extLst>
          </p:cNvPr>
          <p:cNvSpPr>
            <a:spLocks noGrp="1"/>
          </p:cNvSpPr>
          <p:nvPr>
            <p:ph type="pic" sz="quarter" idx="24" hasCustomPrompt="1"/>
          </p:nvPr>
        </p:nvSpPr>
        <p:spPr>
          <a:xfrm>
            <a:off x="998703" y="4038876"/>
            <a:ext cx="1550300" cy="150312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100" b="1">
                <a:solidFill>
                  <a:schemeClr val="bg1"/>
                </a:solidFill>
              </a:defRPr>
            </a:lvl1pPr>
          </a:lstStyle>
          <a:p>
            <a:r>
              <a:rPr lang="en-US"/>
              <a:t>Click the icon in the center to add an image. </a:t>
            </a:r>
          </a:p>
        </p:txBody>
      </p:sp>
      <p:sp>
        <p:nvSpPr>
          <p:cNvPr id="22" name="Text Placeholder 7">
            <a:extLst>
              <a:ext uri="{FF2B5EF4-FFF2-40B4-BE49-F238E27FC236}">
                <a16:creationId xmlns:a16="http://schemas.microsoft.com/office/drawing/2014/main" id="{D395548C-27A6-47D9-8AED-C6BDE863835C}"/>
              </a:ext>
            </a:extLst>
          </p:cNvPr>
          <p:cNvSpPr>
            <a:spLocks noGrp="1"/>
          </p:cNvSpPr>
          <p:nvPr>
            <p:ph type="body" sz="quarter" idx="25" hasCustomPrompt="1"/>
          </p:nvPr>
        </p:nvSpPr>
        <p:spPr>
          <a:xfrm>
            <a:off x="2701925" y="4038876"/>
            <a:ext cx="3079115" cy="756369"/>
          </a:xfrm>
        </p:spPr>
        <p:txBody>
          <a:bodyPr anchor="b"/>
          <a:lstStyle>
            <a:lvl1pPr marL="0" indent="0">
              <a:lnSpc>
                <a:spcPct val="100000"/>
              </a:lnSpc>
              <a:buNone/>
              <a:defRPr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23" name="Text Placeholder 7">
            <a:extLst>
              <a:ext uri="{FF2B5EF4-FFF2-40B4-BE49-F238E27FC236}">
                <a16:creationId xmlns:a16="http://schemas.microsoft.com/office/drawing/2014/main" id="{A949499E-6A82-B840-BD12-3C9DCE4C4387}"/>
              </a:ext>
            </a:extLst>
          </p:cNvPr>
          <p:cNvSpPr>
            <a:spLocks noGrp="1"/>
          </p:cNvSpPr>
          <p:nvPr>
            <p:ph type="body" sz="quarter" idx="26" hasCustomPrompt="1"/>
          </p:nvPr>
        </p:nvSpPr>
        <p:spPr>
          <a:xfrm>
            <a:off x="2701924" y="4813828"/>
            <a:ext cx="3079115" cy="756369"/>
          </a:xfrm>
        </p:spPr>
        <p:txBody>
          <a:bodyPr anchor="t">
            <a:normAutofit/>
          </a:bodyPr>
          <a:lstStyle>
            <a:lvl1pPr marL="0" indent="0">
              <a:lnSpc>
                <a:spcPct val="100000"/>
              </a:lnSpc>
              <a:buNone/>
              <a:defRPr sz="16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24" name="Picture Placeholder 15">
            <a:extLst>
              <a:ext uri="{FF2B5EF4-FFF2-40B4-BE49-F238E27FC236}">
                <a16:creationId xmlns:a16="http://schemas.microsoft.com/office/drawing/2014/main" id="{4383F6E8-8C37-2336-DF18-48E62D725189}"/>
              </a:ext>
            </a:extLst>
          </p:cNvPr>
          <p:cNvSpPr>
            <a:spLocks noGrp="1"/>
          </p:cNvSpPr>
          <p:nvPr>
            <p:ph type="pic" sz="quarter" idx="27" hasCustomPrompt="1"/>
          </p:nvPr>
        </p:nvSpPr>
        <p:spPr>
          <a:xfrm>
            <a:off x="6410962" y="4038876"/>
            <a:ext cx="1550300" cy="150312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100" b="1">
                <a:solidFill>
                  <a:schemeClr val="bg1"/>
                </a:solidFill>
              </a:defRPr>
            </a:lvl1pPr>
          </a:lstStyle>
          <a:p>
            <a:r>
              <a:rPr lang="en-US"/>
              <a:t>Click the icon in the center to add an image. </a:t>
            </a:r>
          </a:p>
        </p:txBody>
      </p:sp>
      <p:sp>
        <p:nvSpPr>
          <p:cNvPr id="25" name="Text Placeholder 7">
            <a:extLst>
              <a:ext uri="{FF2B5EF4-FFF2-40B4-BE49-F238E27FC236}">
                <a16:creationId xmlns:a16="http://schemas.microsoft.com/office/drawing/2014/main" id="{4881F187-B4FF-43C2-5175-889A399B4D5D}"/>
              </a:ext>
            </a:extLst>
          </p:cNvPr>
          <p:cNvSpPr>
            <a:spLocks noGrp="1"/>
          </p:cNvSpPr>
          <p:nvPr>
            <p:ph type="body" sz="quarter" idx="28" hasCustomPrompt="1"/>
          </p:nvPr>
        </p:nvSpPr>
        <p:spPr>
          <a:xfrm>
            <a:off x="8114184" y="4038876"/>
            <a:ext cx="3079115" cy="756369"/>
          </a:xfrm>
        </p:spPr>
        <p:txBody>
          <a:bodyPr anchor="b"/>
          <a:lstStyle>
            <a:lvl1pPr marL="0" indent="0">
              <a:lnSpc>
                <a:spcPct val="100000"/>
              </a:lnSpc>
              <a:buNone/>
              <a:defRPr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26" name="Text Placeholder 7">
            <a:extLst>
              <a:ext uri="{FF2B5EF4-FFF2-40B4-BE49-F238E27FC236}">
                <a16:creationId xmlns:a16="http://schemas.microsoft.com/office/drawing/2014/main" id="{CF60C375-26A2-2324-242A-47183AE31DA6}"/>
              </a:ext>
            </a:extLst>
          </p:cNvPr>
          <p:cNvSpPr>
            <a:spLocks noGrp="1"/>
          </p:cNvSpPr>
          <p:nvPr>
            <p:ph type="body" sz="quarter" idx="29" hasCustomPrompt="1"/>
          </p:nvPr>
        </p:nvSpPr>
        <p:spPr>
          <a:xfrm>
            <a:off x="8114183" y="4813828"/>
            <a:ext cx="3079115" cy="756369"/>
          </a:xfrm>
        </p:spPr>
        <p:txBody>
          <a:bodyPr anchor="t">
            <a:normAutofit/>
          </a:bodyPr>
          <a:lstStyle>
            <a:lvl1pPr marL="0" indent="0">
              <a:lnSpc>
                <a:spcPct val="100000"/>
              </a:lnSpc>
              <a:buNone/>
              <a:defRPr sz="16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27" name="Date Placeholder 26">
            <a:extLst>
              <a:ext uri="{FF2B5EF4-FFF2-40B4-BE49-F238E27FC236}">
                <a16:creationId xmlns:a16="http://schemas.microsoft.com/office/drawing/2014/main" id="{E378FE8F-B75D-C1B9-3A83-4697F18FAF43}"/>
              </a:ext>
            </a:extLst>
          </p:cNvPr>
          <p:cNvSpPr>
            <a:spLocks noGrp="1"/>
          </p:cNvSpPr>
          <p:nvPr>
            <p:ph type="dt" sz="half" idx="30"/>
          </p:nvPr>
        </p:nvSpPr>
        <p:spPr/>
        <p:txBody>
          <a:bodyPr/>
          <a:lstStyle/>
          <a:p>
            <a:fld id="{8A60A3F5-120A-A64C-8514-4F9CB3D10376}" type="datetimeFigureOut">
              <a:rPr lang="en-US" smtClean="0"/>
              <a:pPr/>
              <a:t>12/2/25</a:t>
            </a:fld>
            <a:endParaRPr lang="en-US"/>
          </a:p>
        </p:txBody>
      </p:sp>
      <p:sp>
        <p:nvSpPr>
          <p:cNvPr id="28" name="Footer Placeholder 27">
            <a:extLst>
              <a:ext uri="{FF2B5EF4-FFF2-40B4-BE49-F238E27FC236}">
                <a16:creationId xmlns:a16="http://schemas.microsoft.com/office/drawing/2014/main" id="{E7ECF536-05DB-561F-40E6-C7E00AD182B6}"/>
              </a:ext>
            </a:extLst>
          </p:cNvPr>
          <p:cNvSpPr>
            <a:spLocks noGrp="1"/>
          </p:cNvSpPr>
          <p:nvPr>
            <p:ph type="ftr" sz="quarter" idx="31"/>
          </p:nvPr>
        </p:nvSpPr>
        <p:spPr/>
        <p:txBody>
          <a:bodyPr/>
          <a:lstStyle/>
          <a:p>
            <a:endParaRPr lang="en-US"/>
          </a:p>
        </p:txBody>
      </p:sp>
      <p:sp>
        <p:nvSpPr>
          <p:cNvPr id="29" name="Slide Number Placeholder 28">
            <a:extLst>
              <a:ext uri="{FF2B5EF4-FFF2-40B4-BE49-F238E27FC236}">
                <a16:creationId xmlns:a16="http://schemas.microsoft.com/office/drawing/2014/main" id="{57563909-4C31-3487-7E06-17E39D3FE010}"/>
              </a:ext>
            </a:extLst>
          </p:cNvPr>
          <p:cNvSpPr>
            <a:spLocks noGrp="1"/>
          </p:cNvSpPr>
          <p:nvPr>
            <p:ph type="sldNum" sz="quarter" idx="32"/>
          </p:nvPr>
        </p:nvSpPr>
        <p:spPr/>
        <p:txBody>
          <a:bodyPr/>
          <a:lstStyle/>
          <a:p>
            <a:fld id="{8179B124-EE6F-DB4E-A403-682A40579A9A}" type="slidenum">
              <a:rPr lang="en-US" smtClean="0"/>
              <a:pPr/>
              <a:t>‹#›</a:t>
            </a:fld>
            <a:endParaRPr lang="en-US"/>
          </a:p>
        </p:txBody>
      </p:sp>
    </p:spTree>
    <p:extLst>
      <p:ext uri="{BB962C8B-B14F-4D97-AF65-F5344CB8AC3E}">
        <p14:creationId xmlns:p14="http://schemas.microsoft.com/office/powerpoint/2010/main" val="24808995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 - Large Team">
    <p:spTree>
      <p:nvGrpSpPr>
        <p:cNvPr id="1" name=""/>
        <p:cNvGrpSpPr/>
        <p:nvPr/>
      </p:nvGrpSpPr>
      <p:grpSpPr>
        <a:xfrm>
          <a:off x="0" y="0"/>
          <a:ext cx="0" cy="0"/>
          <a:chOff x="0" y="0"/>
          <a:chExt cx="0" cy="0"/>
        </a:xfrm>
      </p:grpSpPr>
      <p:sp>
        <p:nvSpPr>
          <p:cNvPr id="6" name="Picture Placeholder 15">
            <a:extLst>
              <a:ext uri="{FF2B5EF4-FFF2-40B4-BE49-F238E27FC236}">
                <a16:creationId xmlns:a16="http://schemas.microsoft.com/office/drawing/2014/main" id="{BF02EB3A-23B9-32BA-870D-285DDE5BDAF5}"/>
              </a:ext>
            </a:extLst>
          </p:cNvPr>
          <p:cNvSpPr>
            <a:spLocks noGrp="1"/>
          </p:cNvSpPr>
          <p:nvPr>
            <p:ph type="pic" sz="quarter" idx="18" hasCustomPrompt="1"/>
          </p:nvPr>
        </p:nvSpPr>
        <p:spPr>
          <a:xfrm>
            <a:off x="956376" y="1896429"/>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8" name="Text Placeholder 7">
            <a:extLst>
              <a:ext uri="{FF2B5EF4-FFF2-40B4-BE49-F238E27FC236}">
                <a16:creationId xmlns:a16="http://schemas.microsoft.com/office/drawing/2014/main" id="{8497C0D0-C4FF-28F7-B32C-D05A436FAD6A}"/>
              </a:ext>
            </a:extLst>
          </p:cNvPr>
          <p:cNvSpPr>
            <a:spLocks noGrp="1"/>
          </p:cNvSpPr>
          <p:nvPr>
            <p:ph type="body" sz="quarter" idx="19" hasCustomPrompt="1"/>
          </p:nvPr>
        </p:nvSpPr>
        <p:spPr>
          <a:xfrm>
            <a:off x="669290" y="3030495"/>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9" name="Text Placeholder 7">
            <a:extLst>
              <a:ext uri="{FF2B5EF4-FFF2-40B4-BE49-F238E27FC236}">
                <a16:creationId xmlns:a16="http://schemas.microsoft.com/office/drawing/2014/main" id="{E2DAB20D-E1BC-602F-74EB-406FAE6BF48F}"/>
              </a:ext>
            </a:extLst>
          </p:cNvPr>
          <p:cNvSpPr>
            <a:spLocks noGrp="1"/>
          </p:cNvSpPr>
          <p:nvPr>
            <p:ph type="body" sz="quarter" idx="20" hasCustomPrompt="1"/>
          </p:nvPr>
        </p:nvSpPr>
        <p:spPr>
          <a:xfrm>
            <a:off x="669290" y="3589294"/>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10" name="Date Placeholder 9">
            <a:extLst>
              <a:ext uri="{FF2B5EF4-FFF2-40B4-BE49-F238E27FC236}">
                <a16:creationId xmlns:a16="http://schemas.microsoft.com/office/drawing/2014/main" id="{C63DAE3C-8C04-E590-C566-50FED320BBE5}"/>
              </a:ext>
            </a:extLst>
          </p:cNvPr>
          <p:cNvSpPr>
            <a:spLocks noGrp="1"/>
          </p:cNvSpPr>
          <p:nvPr>
            <p:ph type="dt" sz="half" idx="45"/>
          </p:nvPr>
        </p:nvSpPr>
        <p:spPr/>
        <p:txBody>
          <a:bodyPr/>
          <a:lstStyle/>
          <a:p>
            <a:fld id="{8A60A3F5-120A-A64C-8514-4F9CB3D10376}" type="datetimeFigureOut">
              <a:rPr lang="en-US" smtClean="0"/>
              <a:pPr/>
              <a:t>12/2/25</a:t>
            </a:fld>
            <a:endParaRPr lang="en-US"/>
          </a:p>
        </p:txBody>
      </p:sp>
      <p:sp>
        <p:nvSpPr>
          <p:cNvPr id="11" name="Footer Placeholder 10">
            <a:extLst>
              <a:ext uri="{FF2B5EF4-FFF2-40B4-BE49-F238E27FC236}">
                <a16:creationId xmlns:a16="http://schemas.microsoft.com/office/drawing/2014/main" id="{6DDFF0B5-D313-01EB-95D7-1867B11C12F7}"/>
              </a:ext>
            </a:extLst>
          </p:cNvPr>
          <p:cNvSpPr>
            <a:spLocks noGrp="1"/>
          </p:cNvSpPr>
          <p:nvPr>
            <p:ph type="ftr" sz="quarter" idx="46"/>
          </p:nvPr>
        </p:nvSpPr>
        <p:spPr/>
        <p:txBody>
          <a:bodyPr/>
          <a:lstStyle/>
          <a:p>
            <a:endParaRPr lang="en-US"/>
          </a:p>
        </p:txBody>
      </p:sp>
      <p:sp>
        <p:nvSpPr>
          <p:cNvPr id="12" name="Slide Number Placeholder 11">
            <a:extLst>
              <a:ext uri="{FF2B5EF4-FFF2-40B4-BE49-F238E27FC236}">
                <a16:creationId xmlns:a16="http://schemas.microsoft.com/office/drawing/2014/main" id="{50756AA2-62C9-7F57-DA88-BBC0B39FA7A6}"/>
              </a:ext>
            </a:extLst>
          </p:cNvPr>
          <p:cNvSpPr>
            <a:spLocks noGrp="1"/>
          </p:cNvSpPr>
          <p:nvPr>
            <p:ph type="sldNum" sz="quarter" idx="47"/>
          </p:nvPr>
        </p:nvSpPr>
        <p:spPr/>
        <p:txBody>
          <a:bodyPr/>
          <a:lstStyle/>
          <a:p>
            <a:fld id="{8179B124-EE6F-DB4E-A403-682A40579A9A}" type="slidenum">
              <a:rPr lang="en-US" smtClean="0"/>
              <a:pPr/>
              <a:t>‹#›</a:t>
            </a:fld>
            <a:endParaRPr lang="en-US"/>
          </a:p>
        </p:txBody>
      </p:sp>
      <p:sp>
        <p:nvSpPr>
          <p:cNvPr id="3" name="Title 2">
            <a:extLst>
              <a:ext uri="{FF2B5EF4-FFF2-40B4-BE49-F238E27FC236}">
                <a16:creationId xmlns:a16="http://schemas.microsoft.com/office/drawing/2014/main" id="{22583B16-E77C-E3B5-C2C8-1C80468C3E07}"/>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2" name="Picture Placeholder 15">
            <a:extLst>
              <a:ext uri="{FF2B5EF4-FFF2-40B4-BE49-F238E27FC236}">
                <a16:creationId xmlns:a16="http://schemas.microsoft.com/office/drawing/2014/main" id="{C256B669-B5E8-5178-13F9-EC0C31B23868}"/>
              </a:ext>
            </a:extLst>
          </p:cNvPr>
          <p:cNvSpPr>
            <a:spLocks noGrp="1"/>
          </p:cNvSpPr>
          <p:nvPr>
            <p:ph type="pic" sz="quarter" idx="48" hasCustomPrompt="1"/>
          </p:nvPr>
        </p:nvSpPr>
        <p:spPr>
          <a:xfrm>
            <a:off x="3165026" y="1896429"/>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4" name="Text Placeholder 7">
            <a:extLst>
              <a:ext uri="{FF2B5EF4-FFF2-40B4-BE49-F238E27FC236}">
                <a16:creationId xmlns:a16="http://schemas.microsoft.com/office/drawing/2014/main" id="{D5D214F9-EF00-022B-497B-827DEED25C40}"/>
              </a:ext>
            </a:extLst>
          </p:cNvPr>
          <p:cNvSpPr>
            <a:spLocks noGrp="1"/>
          </p:cNvSpPr>
          <p:nvPr>
            <p:ph type="body" sz="quarter" idx="49" hasCustomPrompt="1"/>
          </p:nvPr>
        </p:nvSpPr>
        <p:spPr>
          <a:xfrm>
            <a:off x="2881455" y="3030495"/>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5" name="Text Placeholder 7">
            <a:extLst>
              <a:ext uri="{FF2B5EF4-FFF2-40B4-BE49-F238E27FC236}">
                <a16:creationId xmlns:a16="http://schemas.microsoft.com/office/drawing/2014/main" id="{7A778E8C-AC17-3CB4-8993-D286841B8CD4}"/>
              </a:ext>
            </a:extLst>
          </p:cNvPr>
          <p:cNvSpPr>
            <a:spLocks noGrp="1"/>
          </p:cNvSpPr>
          <p:nvPr>
            <p:ph type="body" sz="quarter" idx="50" hasCustomPrompt="1"/>
          </p:nvPr>
        </p:nvSpPr>
        <p:spPr>
          <a:xfrm>
            <a:off x="2881455" y="3589294"/>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16" name="Picture Placeholder 15">
            <a:extLst>
              <a:ext uri="{FF2B5EF4-FFF2-40B4-BE49-F238E27FC236}">
                <a16:creationId xmlns:a16="http://schemas.microsoft.com/office/drawing/2014/main" id="{8A687A43-E4A4-BE96-0B21-52D6A3D651E1}"/>
              </a:ext>
            </a:extLst>
          </p:cNvPr>
          <p:cNvSpPr>
            <a:spLocks noGrp="1"/>
          </p:cNvSpPr>
          <p:nvPr>
            <p:ph type="pic" sz="quarter" idx="54" hasCustomPrompt="1"/>
          </p:nvPr>
        </p:nvSpPr>
        <p:spPr>
          <a:xfrm>
            <a:off x="5373676" y="1896429"/>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17" name="Text Placeholder 7">
            <a:extLst>
              <a:ext uri="{FF2B5EF4-FFF2-40B4-BE49-F238E27FC236}">
                <a16:creationId xmlns:a16="http://schemas.microsoft.com/office/drawing/2014/main" id="{AB008B4D-329C-4EE9-5597-FDA6C09075B4}"/>
              </a:ext>
            </a:extLst>
          </p:cNvPr>
          <p:cNvSpPr>
            <a:spLocks noGrp="1"/>
          </p:cNvSpPr>
          <p:nvPr>
            <p:ph type="body" sz="quarter" idx="55" hasCustomPrompt="1"/>
          </p:nvPr>
        </p:nvSpPr>
        <p:spPr>
          <a:xfrm>
            <a:off x="5093620" y="3030495"/>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18" name="Text Placeholder 7">
            <a:extLst>
              <a:ext uri="{FF2B5EF4-FFF2-40B4-BE49-F238E27FC236}">
                <a16:creationId xmlns:a16="http://schemas.microsoft.com/office/drawing/2014/main" id="{E0410AAA-6D3C-20B2-E079-3B180A00AA70}"/>
              </a:ext>
            </a:extLst>
          </p:cNvPr>
          <p:cNvSpPr>
            <a:spLocks noGrp="1"/>
          </p:cNvSpPr>
          <p:nvPr>
            <p:ph type="body" sz="quarter" idx="56" hasCustomPrompt="1"/>
          </p:nvPr>
        </p:nvSpPr>
        <p:spPr>
          <a:xfrm>
            <a:off x="5093620" y="3589294"/>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45" name="Picture Placeholder 15">
            <a:extLst>
              <a:ext uri="{FF2B5EF4-FFF2-40B4-BE49-F238E27FC236}">
                <a16:creationId xmlns:a16="http://schemas.microsoft.com/office/drawing/2014/main" id="{60B529B9-0FFD-A486-CADE-6D7CC15BDC4E}"/>
              </a:ext>
            </a:extLst>
          </p:cNvPr>
          <p:cNvSpPr>
            <a:spLocks noGrp="1"/>
          </p:cNvSpPr>
          <p:nvPr>
            <p:ph type="pic" sz="quarter" idx="60" hasCustomPrompt="1"/>
          </p:nvPr>
        </p:nvSpPr>
        <p:spPr>
          <a:xfrm>
            <a:off x="7582326" y="1896429"/>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46" name="Text Placeholder 7">
            <a:extLst>
              <a:ext uri="{FF2B5EF4-FFF2-40B4-BE49-F238E27FC236}">
                <a16:creationId xmlns:a16="http://schemas.microsoft.com/office/drawing/2014/main" id="{2E30E1C2-6935-DE8B-7501-BB142BC9BB57}"/>
              </a:ext>
            </a:extLst>
          </p:cNvPr>
          <p:cNvSpPr>
            <a:spLocks noGrp="1"/>
          </p:cNvSpPr>
          <p:nvPr>
            <p:ph type="body" sz="quarter" idx="61" hasCustomPrompt="1"/>
          </p:nvPr>
        </p:nvSpPr>
        <p:spPr>
          <a:xfrm>
            <a:off x="7305785" y="3030495"/>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47" name="Text Placeholder 7">
            <a:extLst>
              <a:ext uri="{FF2B5EF4-FFF2-40B4-BE49-F238E27FC236}">
                <a16:creationId xmlns:a16="http://schemas.microsoft.com/office/drawing/2014/main" id="{0937DD7B-69F0-326D-469B-778793254029}"/>
              </a:ext>
            </a:extLst>
          </p:cNvPr>
          <p:cNvSpPr>
            <a:spLocks noGrp="1"/>
          </p:cNvSpPr>
          <p:nvPr>
            <p:ph type="body" sz="quarter" idx="62" hasCustomPrompt="1"/>
          </p:nvPr>
        </p:nvSpPr>
        <p:spPr>
          <a:xfrm>
            <a:off x="7305785" y="3589294"/>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51" name="Picture Placeholder 15">
            <a:extLst>
              <a:ext uri="{FF2B5EF4-FFF2-40B4-BE49-F238E27FC236}">
                <a16:creationId xmlns:a16="http://schemas.microsoft.com/office/drawing/2014/main" id="{692240BA-D864-33C3-60EB-4AF507DC349B}"/>
              </a:ext>
            </a:extLst>
          </p:cNvPr>
          <p:cNvSpPr>
            <a:spLocks noGrp="1"/>
          </p:cNvSpPr>
          <p:nvPr>
            <p:ph type="pic" sz="quarter" idx="66" hasCustomPrompt="1"/>
          </p:nvPr>
        </p:nvSpPr>
        <p:spPr>
          <a:xfrm>
            <a:off x="9790976" y="1896429"/>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52" name="Text Placeholder 7">
            <a:extLst>
              <a:ext uri="{FF2B5EF4-FFF2-40B4-BE49-F238E27FC236}">
                <a16:creationId xmlns:a16="http://schemas.microsoft.com/office/drawing/2014/main" id="{689F8EC7-6902-6B75-1E02-29E83A2E86F1}"/>
              </a:ext>
            </a:extLst>
          </p:cNvPr>
          <p:cNvSpPr>
            <a:spLocks noGrp="1"/>
          </p:cNvSpPr>
          <p:nvPr>
            <p:ph type="body" sz="quarter" idx="67" hasCustomPrompt="1"/>
          </p:nvPr>
        </p:nvSpPr>
        <p:spPr>
          <a:xfrm>
            <a:off x="9517949" y="3030495"/>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53" name="Text Placeholder 7">
            <a:extLst>
              <a:ext uri="{FF2B5EF4-FFF2-40B4-BE49-F238E27FC236}">
                <a16:creationId xmlns:a16="http://schemas.microsoft.com/office/drawing/2014/main" id="{A0F00252-5861-93C1-B751-2B31D0C0FDFD}"/>
              </a:ext>
            </a:extLst>
          </p:cNvPr>
          <p:cNvSpPr>
            <a:spLocks noGrp="1"/>
          </p:cNvSpPr>
          <p:nvPr>
            <p:ph type="body" sz="quarter" idx="68" hasCustomPrompt="1"/>
          </p:nvPr>
        </p:nvSpPr>
        <p:spPr>
          <a:xfrm>
            <a:off x="9517949" y="3589294"/>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66" name="Picture Placeholder 15">
            <a:extLst>
              <a:ext uri="{FF2B5EF4-FFF2-40B4-BE49-F238E27FC236}">
                <a16:creationId xmlns:a16="http://schemas.microsoft.com/office/drawing/2014/main" id="{08D3EE5E-CDB5-1AD1-6AB3-B7A44FF27F6D}"/>
              </a:ext>
            </a:extLst>
          </p:cNvPr>
          <p:cNvSpPr>
            <a:spLocks noGrp="1"/>
          </p:cNvSpPr>
          <p:nvPr>
            <p:ph type="pic" sz="quarter" idx="69" hasCustomPrompt="1"/>
          </p:nvPr>
        </p:nvSpPr>
        <p:spPr>
          <a:xfrm>
            <a:off x="2060701" y="3854964"/>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67" name="Text Placeholder 7">
            <a:extLst>
              <a:ext uri="{FF2B5EF4-FFF2-40B4-BE49-F238E27FC236}">
                <a16:creationId xmlns:a16="http://schemas.microsoft.com/office/drawing/2014/main" id="{61A80C66-F281-4FD8-DE5F-4A4EF80366A7}"/>
              </a:ext>
            </a:extLst>
          </p:cNvPr>
          <p:cNvSpPr>
            <a:spLocks noGrp="1"/>
          </p:cNvSpPr>
          <p:nvPr>
            <p:ph type="body" sz="quarter" idx="70" hasCustomPrompt="1"/>
          </p:nvPr>
        </p:nvSpPr>
        <p:spPr>
          <a:xfrm>
            <a:off x="1775373" y="4989030"/>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68" name="Text Placeholder 7">
            <a:extLst>
              <a:ext uri="{FF2B5EF4-FFF2-40B4-BE49-F238E27FC236}">
                <a16:creationId xmlns:a16="http://schemas.microsoft.com/office/drawing/2014/main" id="{DE07A0A9-A9AC-6A48-3DEB-4F96DC55CE82}"/>
              </a:ext>
            </a:extLst>
          </p:cNvPr>
          <p:cNvSpPr>
            <a:spLocks noGrp="1"/>
          </p:cNvSpPr>
          <p:nvPr>
            <p:ph type="body" sz="quarter" idx="71" hasCustomPrompt="1"/>
          </p:nvPr>
        </p:nvSpPr>
        <p:spPr>
          <a:xfrm>
            <a:off x="1775373" y="5547829"/>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69" name="Picture Placeholder 15">
            <a:extLst>
              <a:ext uri="{FF2B5EF4-FFF2-40B4-BE49-F238E27FC236}">
                <a16:creationId xmlns:a16="http://schemas.microsoft.com/office/drawing/2014/main" id="{7C372095-3D44-2C00-08DF-06BC7B3D3DF7}"/>
              </a:ext>
            </a:extLst>
          </p:cNvPr>
          <p:cNvSpPr>
            <a:spLocks noGrp="1"/>
          </p:cNvSpPr>
          <p:nvPr>
            <p:ph type="pic" sz="quarter" idx="72" hasCustomPrompt="1"/>
          </p:nvPr>
        </p:nvSpPr>
        <p:spPr>
          <a:xfrm>
            <a:off x="4269351" y="3854964"/>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70" name="Text Placeholder 7">
            <a:extLst>
              <a:ext uri="{FF2B5EF4-FFF2-40B4-BE49-F238E27FC236}">
                <a16:creationId xmlns:a16="http://schemas.microsoft.com/office/drawing/2014/main" id="{6C60132D-0453-5102-FAB0-FF65EA01047C}"/>
              </a:ext>
            </a:extLst>
          </p:cNvPr>
          <p:cNvSpPr>
            <a:spLocks noGrp="1"/>
          </p:cNvSpPr>
          <p:nvPr>
            <p:ph type="body" sz="quarter" idx="73" hasCustomPrompt="1"/>
          </p:nvPr>
        </p:nvSpPr>
        <p:spPr>
          <a:xfrm>
            <a:off x="3987538" y="4989030"/>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71" name="Text Placeholder 7">
            <a:extLst>
              <a:ext uri="{FF2B5EF4-FFF2-40B4-BE49-F238E27FC236}">
                <a16:creationId xmlns:a16="http://schemas.microsoft.com/office/drawing/2014/main" id="{C43F2DB7-364E-0666-EE3E-84B1CE73E804}"/>
              </a:ext>
            </a:extLst>
          </p:cNvPr>
          <p:cNvSpPr>
            <a:spLocks noGrp="1"/>
          </p:cNvSpPr>
          <p:nvPr>
            <p:ph type="body" sz="quarter" idx="74" hasCustomPrompt="1"/>
          </p:nvPr>
        </p:nvSpPr>
        <p:spPr>
          <a:xfrm>
            <a:off x="3987538" y="5547829"/>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72" name="Picture Placeholder 15">
            <a:extLst>
              <a:ext uri="{FF2B5EF4-FFF2-40B4-BE49-F238E27FC236}">
                <a16:creationId xmlns:a16="http://schemas.microsoft.com/office/drawing/2014/main" id="{09249EDD-F81A-C769-B366-21C1A340A289}"/>
              </a:ext>
            </a:extLst>
          </p:cNvPr>
          <p:cNvSpPr>
            <a:spLocks noGrp="1"/>
          </p:cNvSpPr>
          <p:nvPr>
            <p:ph type="pic" sz="quarter" idx="75" hasCustomPrompt="1"/>
          </p:nvPr>
        </p:nvSpPr>
        <p:spPr>
          <a:xfrm>
            <a:off x="6478001" y="3854964"/>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73" name="Text Placeholder 7">
            <a:extLst>
              <a:ext uri="{FF2B5EF4-FFF2-40B4-BE49-F238E27FC236}">
                <a16:creationId xmlns:a16="http://schemas.microsoft.com/office/drawing/2014/main" id="{FC0A104F-CD92-AAA2-F994-B6F0109910D5}"/>
              </a:ext>
            </a:extLst>
          </p:cNvPr>
          <p:cNvSpPr>
            <a:spLocks noGrp="1"/>
          </p:cNvSpPr>
          <p:nvPr>
            <p:ph type="body" sz="quarter" idx="76" hasCustomPrompt="1"/>
          </p:nvPr>
        </p:nvSpPr>
        <p:spPr>
          <a:xfrm>
            <a:off x="6199703" y="4989030"/>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74" name="Text Placeholder 7">
            <a:extLst>
              <a:ext uri="{FF2B5EF4-FFF2-40B4-BE49-F238E27FC236}">
                <a16:creationId xmlns:a16="http://schemas.microsoft.com/office/drawing/2014/main" id="{E1D291D9-CB65-5AE3-5348-F45E73A41ABD}"/>
              </a:ext>
            </a:extLst>
          </p:cNvPr>
          <p:cNvSpPr>
            <a:spLocks noGrp="1"/>
          </p:cNvSpPr>
          <p:nvPr>
            <p:ph type="body" sz="quarter" idx="77" hasCustomPrompt="1"/>
          </p:nvPr>
        </p:nvSpPr>
        <p:spPr>
          <a:xfrm>
            <a:off x="6199703" y="5547829"/>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
        <p:nvSpPr>
          <p:cNvPr id="75" name="Picture Placeholder 15">
            <a:extLst>
              <a:ext uri="{FF2B5EF4-FFF2-40B4-BE49-F238E27FC236}">
                <a16:creationId xmlns:a16="http://schemas.microsoft.com/office/drawing/2014/main" id="{1B434753-B537-949C-9633-4C8DD11F057F}"/>
              </a:ext>
            </a:extLst>
          </p:cNvPr>
          <p:cNvSpPr>
            <a:spLocks noGrp="1"/>
          </p:cNvSpPr>
          <p:nvPr>
            <p:ph type="pic" sz="quarter" idx="78" hasCustomPrompt="1"/>
          </p:nvPr>
        </p:nvSpPr>
        <p:spPr>
          <a:xfrm>
            <a:off x="8686651" y="3854964"/>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tx2"/>
                </a:solidFill>
              </a:defRPr>
            </a:lvl1pPr>
          </a:lstStyle>
          <a:p>
            <a:r>
              <a:rPr lang="en-US"/>
              <a:t>Click the icon in the center to add an image. </a:t>
            </a:r>
          </a:p>
        </p:txBody>
      </p:sp>
      <p:sp>
        <p:nvSpPr>
          <p:cNvPr id="76" name="Text Placeholder 7">
            <a:extLst>
              <a:ext uri="{FF2B5EF4-FFF2-40B4-BE49-F238E27FC236}">
                <a16:creationId xmlns:a16="http://schemas.microsoft.com/office/drawing/2014/main" id="{093F2645-E73D-C45E-D79D-6F765BDA92E2}"/>
              </a:ext>
            </a:extLst>
          </p:cNvPr>
          <p:cNvSpPr>
            <a:spLocks noGrp="1"/>
          </p:cNvSpPr>
          <p:nvPr>
            <p:ph type="body" sz="quarter" idx="79" hasCustomPrompt="1"/>
          </p:nvPr>
        </p:nvSpPr>
        <p:spPr>
          <a:xfrm>
            <a:off x="8411867" y="4989030"/>
            <a:ext cx="1717675" cy="533442"/>
          </a:xfrm>
        </p:spPr>
        <p:txBody>
          <a:bodyPr anchor="t">
            <a:normAutofit/>
          </a:bodyPr>
          <a:lstStyle>
            <a:lvl1pPr marL="0" indent="0" algn="ctr">
              <a:lnSpc>
                <a:spcPct val="100000"/>
              </a:lnSpc>
              <a:buNone/>
              <a:defRPr sz="1600" b="1">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Team Member Name</a:t>
            </a:r>
          </a:p>
        </p:txBody>
      </p:sp>
      <p:sp>
        <p:nvSpPr>
          <p:cNvPr id="77" name="Text Placeholder 7">
            <a:extLst>
              <a:ext uri="{FF2B5EF4-FFF2-40B4-BE49-F238E27FC236}">
                <a16:creationId xmlns:a16="http://schemas.microsoft.com/office/drawing/2014/main" id="{49EBD817-714C-50F4-0275-CA3C7FCCBEE1}"/>
              </a:ext>
            </a:extLst>
          </p:cNvPr>
          <p:cNvSpPr>
            <a:spLocks noGrp="1"/>
          </p:cNvSpPr>
          <p:nvPr>
            <p:ph type="body" sz="quarter" idx="80" hasCustomPrompt="1"/>
          </p:nvPr>
        </p:nvSpPr>
        <p:spPr>
          <a:xfrm>
            <a:off x="8411867" y="5547829"/>
            <a:ext cx="1717675" cy="449867"/>
          </a:xfrm>
        </p:spPr>
        <p:txBody>
          <a:bodyPr anchor="t">
            <a:normAutofit/>
          </a:bodyPr>
          <a:lstStyle>
            <a:lvl1pPr marL="0" indent="0" algn="ctr">
              <a:lnSpc>
                <a:spcPct val="100000"/>
              </a:lnSpc>
              <a:buNone/>
              <a:defRPr sz="1200" b="0">
                <a:solidFill>
                  <a:schemeClr val="tx2"/>
                </a:solidFill>
              </a:defRPr>
            </a:lvl1pPr>
            <a:lvl2pPr marL="457200" indent="0">
              <a:buNone/>
              <a:defRPr b="1">
                <a:solidFill>
                  <a:schemeClr val="tx2"/>
                </a:solidFill>
              </a:defRPr>
            </a:lvl2pPr>
            <a:lvl3pPr marL="914400" indent="0">
              <a:buNone/>
              <a:defRPr b="1">
                <a:solidFill>
                  <a:schemeClr val="tx2"/>
                </a:solidFill>
              </a:defRPr>
            </a:lvl3pPr>
            <a:lvl4pPr marL="1371600" indent="0">
              <a:buNone/>
              <a:defRPr b="1">
                <a:solidFill>
                  <a:schemeClr val="tx2"/>
                </a:solidFill>
              </a:defRPr>
            </a:lvl4pPr>
            <a:lvl5pPr marL="1828800" indent="0">
              <a:buNone/>
              <a:defRPr b="1">
                <a:solidFill>
                  <a:schemeClr val="tx2"/>
                </a:solidFill>
              </a:defRPr>
            </a:lvl5pPr>
          </a:lstStyle>
          <a:p>
            <a:pPr lvl="0"/>
            <a:r>
              <a:rPr lang="en-US"/>
              <a:t>Job Title</a:t>
            </a:r>
          </a:p>
        </p:txBody>
      </p:sp>
    </p:spTree>
    <p:extLst>
      <p:ext uri="{BB962C8B-B14F-4D97-AF65-F5344CB8AC3E}">
        <p14:creationId xmlns:p14="http://schemas.microsoft.com/office/powerpoint/2010/main" val="31304843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7F08387-D003-3179-0811-8E81572D3925}"/>
              </a:ext>
              <a:ext uri="{C183D7F6-B498-43B3-948B-1728B52AA6E4}">
                <adec:decorative xmlns:adec="http://schemas.microsoft.com/office/drawing/2017/decorative" val="1"/>
              </a:ext>
            </a:extLst>
          </p:cNvPr>
          <p:cNvPicPr>
            <a:picLocks noChangeAspect="1"/>
          </p:cNvPicPr>
          <p:nvPr/>
        </p:nvPicPr>
        <p:blipFill rotWithShape="1">
          <a:blip/>
          <a:srcRect l="18991" r="2985"/>
          <a:stretch/>
        </p:blipFill>
        <p:spPr>
          <a:xfrm>
            <a:off x="6841067" y="0"/>
            <a:ext cx="5350934" cy="6858000"/>
          </a:xfrm>
          <a:prstGeom prst="rect">
            <a:avLst/>
          </a:prstGeom>
        </p:spPr>
      </p:pic>
      <p:sp>
        <p:nvSpPr>
          <p:cNvPr id="2" name="Title 1">
            <a:extLst>
              <a:ext uri="{FF2B5EF4-FFF2-40B4-BE49-F238E27FC236}">
                <a16:creationId xmlns:a16="http://schemas.microsoft.com/office/drawing/2014/main" id="{FFC57A2F-F3D3-58A1-E05C-DCE9526BC25B}"/>
              </a:ext>
            </a:extLst>
          </p:cNvPr>
          <p:cNvSpPr>
            <a:spLocks noGrp="1"/>
          </p:cNvSpPr>
          <p:nvPr>
            <p:ph type="title" hasCustomPrompt="1"/>
          </p:nvPr>
        </p:nvSpPr>
        <p:spPr>
          <a:xfrm>
            <a:off x="608430" y="719840"/>
            <a:ext cx="5566532" cy="1791054"/>
          </a:xfrm>
        </p:spPr>
        <p:txBody>
          <a:bodyPr>
            <a:normAutofit/>
          </a:bodyPr>
          <a:lstStyle>
            <a:lvl1pPr marL="9525" indent="-9525">
              <a:tabLst/>
              <a:defRPr sz="6000">
                <a:solidFill>
                  <a:schemeClr val="tx2"/>
                </a:solidFill>
              </a:defRPr>
            </a:lvl1pPr>
          </a:lstStyle>
          <a:p>
            <a:r>
              <a:rPr lang="en-US"/>
              <a:t>Closing Statements</a:t>
            </a:r>
          </a:p>
        </p:txBody>
      </p:sp>
      <p:sp>
        <p:nvSpPr>
          <p:cNvPr id="12" name="Text Placeholder 11">
            <a:extLst>
              <a:ext uri="{FF2B5EF4-FFF2-40B4-BE49-F238E27FC236}">
                <a16:creationId xmlns:a16="http://schemas.microsoft.com/office/drawing/2014/main" id="{5DE1C05A-82B6-5B95-9199-C1DD646328E7}"/>
              </a:ext>
            </a:extLst>
          </p:cNvPr>
          <p:cNvSpPr>
            <a:spLocks noGrp="1"/>
          </p:cNvSpPr>
          <p:nvPr>
            <p:ph type="body" sz="quarter" idx="13" hasCustomPrompt="1"/>
          </p:nvPr>
        </p:nvSpPr>
        <p:spPr>
          <a:xfrm>
            <a:off x="608306" y="2628300"/>
            <a:ext cx="5566532" cy="1114778"/>
          </a:xfrm>
        </p:spPr>
        <p:txBody>
          <a:bodyPr>
            <a:normAutofit/>
          </a:bodyPr>
          <a:lstStyle>
            <a:lvl1pPr marL="0" indent="0" algn="l">
              <a:buNone/>
              <a:defRPr sz="1800">
                <a:solidFill>
                  <a:schemeClr val="tx2"/>
                </a:solidFill>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Acknowledgements, thank you, CTA, whatever extra info you need to close out your presentation, if you need them.</a:t>
            </a:r>
          </a:p>
        </p:txBody>
      </p:sp>
      <p:sp>
        <p:nvSpPr>
          <p:cNvPr id="3" name="Date Placeholder 2">
            <a:extLst>
              <a:ext uri="{FF2B5EF4-FFF2-40B4-BE49-F238E27FC236}">
                <a16:creationId xmlns:a16="http://schemas.microsoft.com/office/drawing/2014/main" id="{BD485CFC-5649-2548-DF50-3BB9208BCEE9}"/>
              </a:ext>
            </a:extLst>
          </p:cNvPr>
          <p:cNvSpPr>
            <a:spLocks noGrp="1"/>
          </p:cNvSpPr>
          <p:nvPr>
            <p:ph type="dt" sz="half" idx="10"/>
          </p:nvPr>
        </p:nvSpPr>
        <p:spPr/>
        <p:txBody>
          <a:bodyPr/>
          <a:lstStyle>
            <a:lvl1pPr>
              <a:defRPr>
                <a:solidFill>
                  <a:schemeClr val="tx2"/>
                </a:solidFill>
              </a:defRPr>
            </a:lvl1pPr>
          </a:lstStyle>
          <a:p>
            <a:fld id="{8A60A3F5-120A-A64C-8514-4F9CB3D10376}" type="datetimeFigureOut">
              <a:rPr lang="en-US" smtClean="0"/>
              <a:pPr/>
              <a:t>12/2/25</a:t>
            </a:fld>
            <a:endParaRPr lang="en-US"/>
          </a:p>
        </p:txBody>
      </p:sp>
      <p:sp>
        <p:nvSpPr>
          <p:cNvPr id="4" name="Footer Placeholder 3">
            <a:extLst>
              <a:ext uri="{FF2B5EF4-FFF2-40B4-BE49-F238E27FC236}">
                <a16:creationId xmlns:a16="http://schemas.microsoft.com/office/drawing/2014/main" id="{36DF3915-64D4-E43F-8D7A-84490D939809}"/>
              </a:ext>
            </a:extLst>
          </p:cNvPr>
          <p:cNvSpPr>
            <a:spLocks noGrp="1"/>
          </p:cNvSpPr>
          <p:nvPr>
            <p:ph type="ftr" sz="quarter" idx="11"/>
          </p:nvPr>
        </p:nvSpPr>
        <p:spPr/>
        <p:txBody>
          <a:bodyPr/>
          <a:lstStyle>
            <a:lvl1pPr>
              <a:defRPr>
                <a:solidFill>
                  <a:schemeClr val="tx2"/>
                </a:solidFill>
              </a:defRPr>
            </a:lvl1pPr>
          </a:lstStyle>
          <a:p>
            <a:endParaRPr lang="en-US"/>
          </a:p>
        </p:txBody>
      </p:sp>
      <p:sp>
        <p:nvSpPr>
          <p:cNvPr id="5" name="Slide Number Placeholder 4">
            <a:extLst>
              <a:ext uri="{FF2B5EF4-FFF2-40B4-BE49-F238E27FC236}">
                <a16:creationId xmlns:a16="http://schemas.microsoft.com/office/drawing/2014/main" id="{37B48A94-C625-A08D-0F51-4AA2BEC5982D}"/>
              </a:ext>
            </a:extLst>
          </p:cNvPr>
          <p:cNvSpPr>
            <a:spLocks noGrp="1"/>
          </p:cNvSpPr>
          <p:nvPr>
            <p:ph type="sldNum" sz="quarter" idx="12"/>
          </p:nvPr>
        </p:nvSpPr>
        <p:spPr/>
        <p:txBody>
          <a:bodyPr/>
          <a:lstStyle>
            <a:lvl1pPr>
              <a:defRPr>
                <a:solidFill>
                  <a:schemeClr val="tx2"/>
                </a:solidFill>
              </a:defRPr>
            </a:lvl1pPr>
          </a:lstStyle>
          <a:p>
            <a:fld id="{8179B124-EE6F-DB4E-A403-682A40579A9A}" type="slidenum">
              <a:rPr lang="en-US" smtClean="0"/>
              <a:pPr/>
              <a:t>‹#›</a:t>
            </a:fld>
            <a:endParaRPr lang="en-US"/>
          </a:p>
        </p:txBody>
      </p:sp>
      <p:sp>
        <p:nvSpPr>
          <p:cNvPr id="6" name="Text Placeholder 11">
            <a:extLst>
              <a:ext uri="{FF2B5EF4-FFF2-40B4-BE49-F238E27FC236}">
                <a16:creationId xmlns:a16="http://schemas.microsoft.com/office/drawing/2014/main" id="{0919B41D-3796-FDE8-52FB-42A97225242F}"/>
              </a:ext>
            </a:extLst>
          </p:cNvPr>
          <p:cNvSpPr>
            <a:spLocks noGrp="1"/>
          </p:cNvSpPr>
          <p:nvPr>
            <p:ph type="body" sz="quarter" idx="14" hasCustomPrompt="1"/>
          </p:nvPr>
        </p:nvSpPr>
        <p:spPr>
          <a:xfrm>
            <a:off x="1751641" y="4701823"/>
            <a:ext cx="4445960" cy="1114778"/>
          </a:xfrm>
        </p:spPr>
        <p:txBody>
          <a:bodyPr anchor="ctr">
            <a:normAutofit/>
          </a:bodyPr>
          <a:lstStyle>
            <a:lvl1pPr marL="0" indent="0" algn="l">
              <a:buNone/>
              <a:defRPr sz="1800" b="1">
                <a:solidFill>
                  <a:schemeClr val="tx2"/>
                </a:solidFill>
                <a:latin typeface="+mj-lt"/>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Optional contact information (remember to delete the image if unnecessary)</a:t>
            </a:r>
          </a:p>
        </p:txBody>
      </p:sp>
      <p:sp>
        <p:nvSpPr>
          <p:cNvPr id="7" name="Picture Placeholder 15">
            <a:extLst>
              <a:ext uri="{FF2B5EF4-FFF2-40B4-BE49-F238E27FC236}">
                <a16:creationId xmlns:a16="http://schemas.microsoft.com/office/drawing/2014/main" id="{23BB6382-9652-CDCD-0A21-EA3D90C96EF3}"/>
              </a:ext>
            </a:extLst>
          </p:cNvPr>
          <p:cNvSpPr>
            <a:spLocks noGrp="1"/>
          </p:cNvSpPr>
          <p:nvPr>
            <p:ph type="pic" sz="quarter" idx="18" hasCustomPrompt="1"/>
          </p:nvPr>
        </p:nvSpPr>
        <p:spPr>
          <a:xfrm>
            <a:off x="608138" y="4701823"/>
            <a:ext cx="1143502" cy="1108709"/>
          </a:xfrm>
          <a:prstGeom prst="ellipse">
            <a:avLst/>
          </a:prstGeom>
          <a:blipFill>
            <a:blip/>
            <a:stretch>
              <a:fillRect/>
            </a:stretch>
          </a:blipFill>
          <a:ln w="38100">
            <a:noFill/>
          </a:ln>
        </p:spPr>
        <p:style>
          <a:lnRef idx="2">
            <a:schemeClr val="accent2"/>
          </a:lnRef>
          <a:fillRef idx="1">
            <a:schemeClr val="lt1"/>
          </a:fillRef>
          <a:effectRef idx="0">
            <a:schemeClr val="accent2"/>
          </a:effectRef>
          <a:fontRef idx="minor">
            <a:schemeClr val="dk1"/>
          </a:fontRef>
        </p:style>
        <p:txBody>
          <a:bodyPr lIns="91440" tIns="91440" rIns="91440" bIns="91440" anchor="ctr">
            <a:noAutofit/>
          </a:bodyPr>
          <a:lstStyle>
            <a:lvl1pPr marL="0" indent="0" algn="ctr">
              <a:buNone/>
              <a:defRPr sz="1000" b="1">
                <a:solidFill>
                  <a:schemeClr val="bg1"/>
                </a:solidFill>
              </a:defRPr>
            </a:lvl1pPr>
          </a:lstStyle>
          <a:p>
            <a:r>
              <a:rPr lang="en-US"/>
              <a:t>Click the icon in the center to add an image. </a:t>
            </a:r>
          </a:p>
        </p:txBody>
      </p:sp>
      <p:sp>
        <p:nvSpPr>
          <p:cNvPr id="11" name="Picture Placeholder 8">
            <a:extLst>
              <a:ext uri="{FF2B5EF4-FFF2-40B4-BE49-F238E27FC236}">
                <a16:creationId xmlns:a16="http://schemas.microsoft.com/office/drawing/2014/main" id="{CC590B82-ABFE-881A-3A53-DF48DE3B6443}"/>
              </a:ext>
            </a:extLst>
          </p:cNvPr>
          <p:cNvSpPr>
            <a:spLocks noGrp="1"/>
          </p:cNvSpPr>
          <p:nvPr>
            <p:ph type="pic" sz="quarter" idx="19" hasCustomPrompt="1"/>
          </p:nvPr>
        </p:nvSpPr>
        <p:spPr>
          <a:xfrm>
            <a:off x="6841067" y="0"/>
            <a:ext cx="5350933" cy="6858000"/>
          </a:xfrm>
          <a:gradFill>
            <a:gsLst>
              <a:gs pos="0">
                <a:schemeClr val="tx2">
                  <a:alpha val="0"/>
                </a:schemeClr>
              </a:gs>
              <a:gs pos="100000">
                <a:schemeClr val="tx2">
                  <a:alpha val="40000"/>
                </a:schemeClr>
              </a:gs>
            </a:gsLst>
            <a:lin ang="5400000" scaled="1"/>
          </a:gradFill>
        </p:spPr>
        <p:txBody>
          <a:bodyPr lIns="457200" tIns="457200" rIns="457200" bIns="457200" anchor="b">
            <a:normAutofit/>
          </a:bodyPr>
          <a:lstStyle>
            <a:lvl1pPr marL="0" indent="0" algn="l">
              <a:buNone/>
              <a:defRPr sz="1800">
                <a:solidFill>
                  <a:schemeClr val="bg1"/>
                </a:solidFill>
              </a:defRPr>
            </a:lvl1pPr>
          </a:lstStyle>
          <a:p>
            <a:r>
              <a:rPr lang="en-US"/>
              <a:t>Optional: Click the icon in the center to add a custom image. </a:t>
            </a:r>
            <a:br>
              <a:rPr lang="en-US"/>
            </a:br>
            <a:r>
              <a:rPr lang="en-US"/>
              <a:t>Be careful not to move the frame, or the placeholder image beneath may peek through.</a:t>
            </a:r>
            <a:br>
              <a:rPr lang="en-US"/>
            </a:br>
            <a:r>
              <a:rPr lang="en-US"/>
              <a:t>Delete the frame if you don’t want to customize the image.</a:t>
            </a:r>
          </a:p>
        </p:txBody>
      </p:sp>
    </p:spTree>
    <p:extLst>
      <p:ext uri="{BB962C8B-B14F-4D97-AF65-F5344CB8AC3E}">
        <p14:creationId xmlns:p14="http://schemas.microsoft.com/office/powerpoint/2010/main" val="13286685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1345-7B20-75E3-B5BA-2F7A98AD51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9CAB22-4F01-A20F-60A0-CEEC3063783A}"/>
              </a:ext>
            </a:extLst>
          </p:cNvPr>
          <p:cNvSpPr>
            <a:spLocks noGrp="1"/>
          </p:cNvSpPr>
          <p:nvPr>
            <p:ph type="dt" sz="half" idx="10"/>
          </p:nvPr>
        </p:nvSpPr>
        <p:spPr/>
        <p:txBody>
          <a:bodyPr/>
          <a:lstStyle/>
          <a:p>
            <a:fld id="{8A60A3F5-120A-A64C-8514-4F9CB3D10376}" type="datetimeFigureOut">
              <a:rPr lang="en-US" smtClean="0"/>
              <a:t>12/2/25</a:t>
            </a:fld>
            <a:endParaRPr lang="en-US"/>
          </a:p>
        </p:txBody>
      </p:sp>
      <p:sp>
        <p:nvSpPr>
          <p:cNvPr id="4" name="Footer Placeholder 3">
            <a:extLst>
              <a:ext uri="{FF2B5EF4-FFF2-40B4-BE49-F238E27FC236}">
                <a16:creationId xmlns:a16="http://schemas.microsoft.com/office/drawing/2014/main" id="{0F58AFC3-0F01-62B1-A0FE-1C7D958835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623E52-CA10-49E7-0D5A-C1A72A458BF8}"/>
              </a:ext>
            </a:extLst>
          </p:cNvPr>
          <p:cNvSpPr>
            <a:spLocks noGrp="1"/>
          </p:cNvSpPr>
          <p:nvPr>
            <p:ph type="sldNum" sz="quarter" idx="12"/>
          </p:nvPr>
        </p:nvSpPr>
        <p:spPr/>
        <p:txBody>
          <a:bodyPr/>
          <a:lstStyle/>
          <a:p>
            <a:fld id="{8179B124-EE6F-DB4E-A403-682A40579A9A}" type="slidenum">
              <a:rPr lang="en-US" smtClean="0"/>
              <a:t>‹#›</a:t>
            </a:fld>
            <a:endParaRPr lang="en-US"/>
          </a:p>
        </p:txBody>
      </p:sp>
    </p:spTree>
    <p:extLst>
      <p:ext uri="{BB962C8B-B14F-4D97-AF65-F5344CB8AC3E}">
        <p14:creationId xmlns:p14="http://schemas.microsoft.com/office/powerpoint/2010/main" val="12674792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65162C-9093-10F0-D9FA-12517A67F374}"/>
              </a:ext>
            </a:extLst>
          </p:cNvPr>
          <p:cNvSpPr>
            <a:spLocks noGrp="1"/>
          </p:cNvSpPr>
          <p:nvPr>
            <p:ph type="dt" sz="half" idx="10"/>
          </p:nvPr>
        </p:nvSpPr>
        <p:spPr/>
        <p:txBody>
          <a:bodyPr/>
          <a:lstStyle/>
          <a:p>
            <a:fld id="{8A60A3F5-120A-A64C-8514-4F9CB3D10376}" type="datetimeFigureOut">
              <a:rPr lang="en-US" smtClean="0"/>
              <a:t>12/2/25</a:t>
            </a:fld>
            <a:endParaRPr lang="en-US"/>
          </a:p>
        </p:txBody>
      </p:sp>
      <p:sp>
        <p:nvSpPr>
          <p:cNvPr id="3" name="Footer Placeholder 2">
            <a:extLst>
              <a:ext uri="{FF2B5EF4-FFF2-40B4-BE49-F238E27FC236}">
                <a16:creationId xmlns:a16="http://schemas.microsoft.com/office/drawing/2014/main" id="{1359B841-CB21-E7FB-9FE8-F6B1CCFC48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4486BA-51A0-66A6-C503-C740CEAA51B5}"/>
              </a:ext>
            </a:extLst>
          </p:cNvPr>
          <p:cNvSpPr>
            <a:spLocks noGrp="1"/>
          </p:cNvSpPr>
          <p:nvPr>
            <p:ph type="sldNum" sz="quarter" idx="12"/>
          </p:nvPr>
        </p:nvSpPr>
        <p:spPr/>
        <p:txBody>
          <a:bodyPr/>
          <a:lstStyle/>
          <a:p>
            <a:fld id="{8179B124-EE6F-DB4E-A403-682A40579A9A}" type="slidenum">
              <a:rPr lang="en-US" smtClean="0"/>
              <a:t>‹#›</a:t>
            </a:fld>
            <a:endParaRPr lang="en-US"/>
          </a:p>
        </p:txBody>
      </p:sp>
    </p:spTree>
    <p:extLst>
      <p:ext uri="{BB962C8B-B14F-4D97-AF65-F5344CB8AC3E}">
        <p14:creationId xmlns:p14="http://schemas.microsoft.com/office/powerpoint/2010/main" val="2638733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BE736B-1DC4-6844-CC39-7953F6F5B62A}"/>
              </a:ext>
            </a:extLst>
          </p:cNvPr>
          <p:cNvSpPr>
            <a:spLocks noGrp="1"/>
          </p:cNvSpPr>
          <p:nvPr>
            <p:ph type="title"/>
          </p:nvPr>
        </p:nvSpPr>
        <p:spPr>
          <a:xfrm>
            <a:off x="608138" y="365125"/>
            <a:ext cx="10972800" cy="13255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BB408300-7DA2-3C94-2D53-431241D0FBD9}"/>
              </a:ext>
            </a:extLst>
          </p:cNvPr>
          <p:cNvSpPr>
            <a:spLocks noGrp="1"/>
          </p:cNvSpPr>
          <p:nvPr>
            <p:ph type="body" idx="1"/>
          </p:nvPr>
        </p:nvSpPr>
        <p:spPr>
          <a:xfrm>
            <a:off x="608138" y="1825625"/>
            <a:ext cx="10972800" cy="422973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92772C-906D-1430-9923-C061127ADF39}"/>
              </a:ext>
            </a:extLst>
          </p:cNvPr>
          <p:cNvSpPr>
            <a:spLocks noGrp="1"/>
          </p:cNvSpPr>
          <p:nvPr>
            <p:ph type="dt" sz="half" idx="2"/>
          </p:nvPr>
        </p:nvSpPr>
        <p:spPr>
          <a:xfrm>
            <a:off x="608138" y="6288723"/>
            <a:ext cx="2734502" cy="365125"/>
          </a:xfrm>
          <a:prstGeom prst="rect">
            <a:avLst/>
          </a:prstGeom>
        </p:spPr>
        <p:txBody>
          <a:bodyPr vert="horz" lIns="91440" tIns="45720" rIns="91440" bIns="45720" rtlCol="0" anchor="ctr"/>
          <a:lstStyle>
            <a:lvl1pPr algn="l">
              <a:defRPr sz="1200">
                <a:solidFill>
                  <a:schemeClr val="tx1">
                    <a:lumMod val="50000"/>
                    <a:lumOff val="50000"/>
                  </a:schemeClr>
                </a:solidFill>
              </a:defRPr>
            </a:lvl1pPr>
          </a:lstStyle>
          <a:p>
            <a:fld id="{8A60A3F5-120A-A64C-8514-4F9CB3D10376}" type="datetimeFigureOut">
              <a:rPr lang="en-US" smtClean="0"/>
              <a:pPr/>
              <a:t>12/2/25</a:t>
            </a:fld>
            <a:endParaRPr lang="en-US"/>
          </a:p>
        </p:txBody>
      </p:sp>
      <p:sp>
        <p:nvSpPr>
          <p:cNvPr id="5" name="Footer Placeholder 4">
            <a:extLst>
              <a:ext uri="{FF2B5EF4-FFF2-40B4-BE49-F238E27FC236}">
                <a16:creationId xmlns:a16="http://schemas.microsoft.com/office/drawing/2014/main" id="{493D683C-3CBA-82D6-F7F6-7AC29C2CED46}"/>
              </a:ext>
            </a:extLst>
          </p:cNvPr>
          <p:cNvSpPr>
            <a:spLocks noGrp="1"/>
          </p:cNvSpPr>
          <p:nvPr>
            <p:ph type="ftr" sz="quarter" idx="3"/>
          </p:nvPr>
        </p:nvSpPr>
        <p:spPr>
          <a:xfrm>
            <a:off x="3499494" y="6288724"/>
            <a:ext cx="8081444" cy="365125"/>
          </a:xfrm>
          <a:prstGeom prst="rect">
            <a:avLst/>
          </a:prstGeom>
        </p:spPr>
        <p:txBody>
          <a:bodyPr vert="horz" lIns="91440" tIns="45720" rIns="91440" bIns="45720" rtlCol="0" anchor="ctr"/>
          <a:lstStyle>
            <a:lvl1pPr algn="r">
              <a:defRPr sz="1200" b="0">
                <a:solidFill>
                  <a:schemeClr val="tx1">
                    <a:lumMod val="50000"/>
                    <a:lumOff val="50000"/>
                  </a:schemeClr>
                </a:solidFill>
              </a:defRPr>
            </a:lvl1pPr>
          </a:lstStyle>
          <a:p>
            <a:endParaRPr lang="en-US"/>
          </a:p>
        </p:txBody>
      </p:sp>
      <p:sp>
        <p:nvSpPr>
          <p:cNvPr id="6" name="Slide Number Placeholder 5">
            <a:extLst>
              <a:ext uri="{FF2B5EF4-FFF2-40B4-BE49-F238E27FC236}">
                <a16:creationId xmlns:a16="http://schemas.microsoft.com/office/drawing/2014/main" id="{9627A4A6-1594-51B3-2B27-71503A3EA162}"/>
              </a:ext>
            </a:extLst>
          </p:cNvPr>
          <p:cNvSpPr>
            <a:spLocks noGrp="1"/>
          </p:cNvSpPr>
          <p:nvPr>
            <p:ph type="sldNum" sz="quarter" idx="4"/>
          </p:nvPr>
        </p:nvSpPr>
        <p:spPr>
          <a:xfrm>
            <a:off x="11737792" y="6288723"/>
            <a:ext cx="454208" cy="365125"/>
          </a:xfrm>
          <a:prstGeom prst="rect">
            <a:avLst/>
          </a:prstGeom>
          <a:noFill/>
        </p:spPr>
        <p:txBody>
          <a:bodyPr vert="horz" lIns="91440" tIns="45720" rIns="91440" bIns="45720" rtlCol="0" anchor="ctr"/>
          <a:lstStyle>
            <a:lvl1pPr algn="l">
              <a:defRPr sz="1200" b="0">
                <a:solidFill>
                  <a:schemeClr val="tx1">
                    <a:lumMod val="50000"/>
                    <a:lumOff val="50000"/>
                  </a:schemeClr>
                </a:solidFill>
              </a:defRPr>
            </a:lvl1pPr>
          </a:lstStyle>
          <a:p>
            <a:fld id="{8179B124-EE6F-DB4E-A403-682A40579A9A}" type="slidenum">
              <a:rPr lang="en-US" smtClean="0"/>
              <a:pPr/>
              <a:t>‹#›</a:t>
            </a:fld>
            <a:endParaRPr lang="en-US"/>
          </a:p>
        </p:txBody>
      </p:sp>
      <p:pic>
        <p:nvPicPr>
          <p:cNvPr id="7" name="Picture 6">
            <a:extLst>
              <a:ext uri="{FF2B5EF4-FFF2-40B4-BE49-F238E27FC236}">
                <a16:creationId xmlns:a16="http://schemas.microsoft.com/office/drawing/2014/main" id="{696235D1-2BC9-75F7-C101-3EB37E70A8AE}"/>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Lst>
          </a:blip>
          <a:srcRect l="13937" t="20913" r="8465"/>
          <a:stretch/>
        </p:blipFill>
        <p:spPr>
          <a:xfrm>
            <a:off x="0" y="0"/>
            <a:ext cx="12192000" cy="125457"/>
          </a:xfrm>
          <a:prstGeom prst="rect">
            <a:avLst/>
          </a:prstGeom>
          <a:ln>
            <a:noFill/>
          </a:ln>
        </p:spPr>
      </p:pic>
      <p:sp>
        <p:nvSpPr>
          <p:cNvPr id="9" name="Rectangle 8">
            <a:extLst>
              <a:ext uri="{FF2B5EF4-FFF2-40B4-BE49-F238E27FC236}">
                <a16:creationId xmlns:a16="http://schemas.microsoft.com/office/drawing/2014/main" id="{9F63E526-6775-6BC5-8B3F-B3BA8B479B2C}"/>
              </a:ext>
              <a:ext uri="{C183D7F6-B498-43B3-948B-1728B52AA6E4}">
                <adec:decorative xmlns:adec="http://schemas.microsoft.com/office/drawing/2017/decorative" val="1"/>
              </a:ext>
            </a:extLst>
          </p:cNvPr>
          <p:cNvSpPr/>
          <p:nvPr/>
        </p:nvSpPr>
        <p:spPr>
          <a:xfrm>
            <a:off x="11084560" y="6065520"/>
            <a:ext cx="1107440" cy="792480"/>
          </a:xfrm>
          <a:prstGeom prst="rect">
            <a:avLst/>
          </a:prstGeom>
          <a:solidFill>
            <a:schemeClr val="bg2">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06F9A3E-E378-7717-0B3B-9B77201B4D5F}"/>
              </a:ext>
              <a:ext uri="{C183D7F6-B498-43B3-948B-1728B52AA6E4}">
                <adec:decorative xmlns:adec="http://schemas.microsoft.com/office/drawing/2017/decorative" val="1"/>
              </a:ext>
            </a:extLst>
          </p:cNvPr>
          <p:cNvPicPr>
            <a:picLocks noChangeAspect="1"/>
          </p:cNvPicPr>
          <p:nvPr userDrawn="1"/>
        </p:nvPicPr>
        <p:blipFill>
          <a:blip/>
          <a:srcRect t="10486" b="10486"/>
          <a:stretch/>
        </p:blipFill>
        <p:spPr>
          <a:xfrm>
            <a:off x="0" y="0"/>
            <a:ext cx="12192000" cy="125457"/>
          </a:xfrm>
          <a:prstGeom prst="rect">
            <a:avLst/>
          </a:prstGeom>
          <a:ln>
            <a:noFill/>
          </a:ln>
        </p:spPr>
      </p:pic>
      <p:sp>
        <p:nvSpPr>
          <p:cNvPr id="10" name="Rectangle 9">
            <a:extLst>
              <a:ext uri="{FF2B5EF4-FFF2-40B4-BE49-F238E27FC236}">
                <a16:creationId xmlns:a16="http://schemas.microsoft.com/office/drawing/2014/main" id="{881F2A86-DF7A-A404-D87F-9594D62BE3AA}"/>
              </a:ext>
              <a:ext uri="{C183D7F6-B498-43B3-948B-1728B52AA6E4}">
                <adec:decorative xmlns:adec="http://schemas.microsoft.com/office/drawing/2017/decorative" val="1"/>
              </a:ext>
            </a:extLst>
          </p:cNvPr>
          <p:cNvSpPr/>
          <p:nvPr userDrawn="1"/>
        </p:nvSpPr>
        <p:spPr>
          <a:xfrm>
            <a:off x="11084560" y="6065520"/>
            <a:ext cx="1107440" cy="792480"/>
          </a:xfrm>
          <a:prstGeom prst="rect">
            <a:avLst/>
          </a:prstGeom>
          <a:solidFill>
            <a:schemeClr val="bg2">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80755587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video" Target="NUL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82DB87-0921-47FD-6081-A4CCFA650120}"/>
              </a:ext>
            </a:extLst>
          </p:cNvPr>
          <p:cNvSpPr>
            <a:spLocks noGrp="1"/>
          </p:cNvSpPr>
          <p:nvPr>
            <p:ph type="ctrTitle"/>
          </p:nvPr>
        </p:nvSpPr>
        <p:spPr>
          <a:xfrm>
            <a:off x="288098" y="1515417"/>
            <a:ext cx="6255205" cy="3827166"/>
          </a:xfrm>
        </p:spPr>
        <p:txBody>
          <a:bodyPr>
            <a:normAutofit/>
          </a:bodyPr>
          <a:lstStyle/>
          <a:p>
            <a:r>
              <a:rPr lang="en-US" sz="4800" dirty="0"/>
              <a:t>Multi-Label Emotion Classification for Digital Journaling Applications</a:t>
            </a:r>
          </a:p>
        </p:txBody>
      </p:sp>
      <p:sp>
        <p:nvSpPr>
          <p:cNvPr id="5" name="Subtitle 4">
            <a:extLst>
              <a:ext uri="{FF2B5EF4-FFF2-40B4-BE49-F238E27FC236}">
                <a16:creationId xmlns:a16="http://schemas.microsoft.com/office/drawing/2014/main" id="{8D116086-00E3-303E-55D3-41F5085668BF}"/>
              </a:ext>
            </a:extLst>
          </p:cNvPr>
          <p:cNvSpPr>
            <a:spLocks noGrp="1"/>
          </p:cNvSpPr>
          <p:nvPr>
            <p:ph type="subTitle" idx="1"/>
          </p:nvPr>
        </p:nvSpPr>
        <p:spPr>
          <a:xfrm>
            <a:off x="288097" y="5833647"/>
            <a:ext cx="6255205" cy="671550"/>
          </a:xfrm>
        </p:spPr>
        <p:txBody>
          <a:bodyPr>
            <a:normAutofit/>
          </a:bodyPr>
          <a:lstStyle/>
          <a:p>
            <a:r>
              <a:rPr lang="en-US" dirty="0"/>
              <a:t>- Aakriti Dhakal</a:t>
            </a:r>
          </a:p>
        </p:txBody>
      </p:sp>
    </p:spTree>
    <p:extLst>
      <p:ext uri="{BB962C8B-B14F-4D97-AF65-F5344CB8AC3E}">
        <p14:creationId xmlns:p14="http://schemas.microsoft.com/office/powerpoint/2010/main" val="212206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62F4535-7038-67F5-0861-F93417A7E65B}"/>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F2912B85-AD56-9E29-47EA-46D797A32F8B}"/>
              </a:ext>
            </a:extLst>
          </p:cNvPr>
          <p:cNvSpPr>
            <a:spLocks noGrp="1"/>
          </p:cNvSpPr>
          <p:nvPr>
            <p:ph idx="1"/>
          </p:nvPr>
        </p:nvSpPr>
        <p:spPr/>
        <p:txBody>
          <a:bodyPr vert="horz" lIns="91440" tIns="45720" rIns="91440" bIns="45720" rtlCol="0" anchor="t">
            <a:normAutofit/>
          </a:bodyPr>
          <a:lstStyle/>
          <a:p>
            <a:r>
              <a:rPr lang="en-US" dirty="0"/>
              <a:t>Digital journaling market growing rapidly ($6.68B → $15.1B) </a:t>
            </a:r>
          </a:p>
          <a:p>
            <a:r>
              <a:rPr lang="en-US" dirty="0"/>
              <a:t>Most apps lack intelligent emotion analysis </a:t>
            </a:r>
          </a:p>
          <a:p>
            <a:r>
              <a:rPr lang="en-US" dirty="0"/>
              <a:t>No personalized wellness insights</a:t>
            </a:r>
          </a:p>
          <a:p>
            <a:pPr marL="0" indent="0">
              <a:buNone/>
            </a:pPr>
            <a:endParaRPr lang="en-US" b="1" dirty="0"/>
          </a:p>
          <a:p>
            <a:pPr marL="0" indent="0">
              <a:buNone/>
            </a:pPr>
            <a:r>
              <a:rPr lang="en-US" b="1" dirty="0"/>
              <a:t>The Solution:</a:t>
            </a:r>
            <a:r>
              <a:rPr lang="en-US" dirty="0"/>
              <a:t> AI-powered journaling with real-time emotion detection</a:t>
            </a:r>
          </a:p>
          <a:p>
            <a:r>
              <a:rPr lang="en-US" dirty="0"/>
              <a:t>User writes → BERT analyzes → Detects emotions → Personalized recommendations</a:t>
            </a:r>
          </a:p>
          <a:p>
            <a:endParaRPr lang="en-US" dirty="0"/>
          </a:p>
        </p:txBody>
      </p:sp>
    </p:spTree>
    <p:extLst>
      <p:ext uri="{BB962C8B-B14F-4D97-AF65-F5344CB8AC3E}">
        <p14:creationId xmlns:p14="http://schemas.microsoft.com/office/powerpoint/2010/main" val="2136948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557BE-B302-C72A-2823-E6E4F74DB7D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34D723A-2D3A-7B22-D688-E2FE7F06CA01}"/>
              </a:ext>
            </a:extLst>
          </p:cNvPr>
          <p:cNvSpPr>
            <a:spLocks noGrp="1"/>
          </p:cNvSpPr>
          <p:nvPr>
            <p:ph type="title"/>
          </p:nvPr>
        </p:nvSpPr>
        <p:spPr>
          <a:xfrm>
            <a:off x="608138" y="0"/>
            <a:ext cx="10972800" cy="1325563"/>
          </a:xfrm>
        </p:spPr>
        <p:txBody>
          <a:bodyPr/>
          <a:lstStyle/>
          <a:p>
            <a:r>
              <a:rPr lang="en-US" dirty="0"/>
              <a:t>System Architecture</a:t>
            </a:r>
          </a:p>
        </p:txBody>
      </p:sp>
      <p:sp>
        <p:nvSpPr>
          <p:cNvPr id="3" name="Content Placeholder 2">
            <a:extLst>
              <a:ext uri="{FF2B5EF4-FFF2-40B4-BE49-F238E27FC236}">
                <a16:creationId xmlns:a16="http://schemas.microsoft.com/office/drawing/2014/main" id="{BD8222C3-12BE-A331-AEFF-19C9EFBEA380}"/>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dirty="0"/>
              <a:t>React Native App (iOS)</a:t>
            </a:r>
          </a:p>
          <a:p>
            <a:pPr marL="0" indent="0">
              <a:buNone/>
            </a:pPr>
            <a:r>
              <a:rPr lang="en-US" dirty="0"/>
              <a:t>     	↓</a:t>
            </a:r>
          </a:p>
          <a:p>
            <a:pPr marL="0" indent="0">
              <a:buNone/>
            </a:pPr>
            <a:r>
              <a:rPr lang="en-US" dirty="0"/>
              <a:t>User writes journal entry</a:t>
            </a:r>
          </a:p>
          <a:p>
            <a:pPr marL="0" indent="0">
              <a:buNone/>
            </a:pPr>
            <a:r>
              <a:rPr lang="en-US" dirty="0"/>
              <a:t>      	↓</a:t>
            </a:r>
          </a:p>
          <a:p>
            <a:pPr marL="0" indent="0">
              <a:buNone/>
            </a:pPr>
            <a:r>
              <a:rPr lang="en-US" dirty="0"/>
              <a:t>ML Model: BERT (110M parameters)</a:t>
            </a:r>
          </a:p>
          <a:p>
            <a:pPr marL="0" indent="0">
              <a:buNone/>
            </a:pPr>
            <a:r>
              <a:rPr lang="en-US" dirty="0"/>
              <a:t>       	↓</a:t>
            </a:r>
          </a:p>
          <a:p>
            <a:pPr marL="0" indent="0">
              <a:buNone/>
            </a:pPr>
            <a:r>
              <a:rPr lang="en-US" dirty="0"/>
              <a:t>Detects: Joy, Sadness, Anger, Fear, Neutral</a:t>
            </a:r>
          </a:p>
          <a:p>
            <a:pPr marL="0" indent="0">
              <a:buNone/>
            </a:pPr>
            <a:r>
              <a:rPr lang="en-US" dirty="0"/>
              <a:t>      	↓</a:t>
            </a:r>
          </a:p>
          <a:p>
            <a:pPr marL="0" indent="0">
              <a:buNone/>
            </a:pPr>
            <a:r>
              <a:rPr lang="en-US" dirty="0"/>
              <a:t>Generates personalized wellness tips</a:t>
            </a:r>
          </a:p>
        </p:txBody>
      </p:sp>
    </p:spTree>
    <p:extLst>
      <p:ext uri="{BB962C8B-B14F-4D97-AF65-F5344CB8AC3E}">
        <p14:creationId xmlns:p14="http://schemas.microsoft.com/office/powerpoint/2010/main" val="1070039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9A7A-88CE-B072-2744-2CCF1002E38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EFFEC64-07CC-12B9-D1F7-81489CEFA61E}"/>
              </a:ext>
            </a:extLst>
          </p:cNvPr>
          <p:cNvSpPr>
            <a:spLocks noGrp="1"/>
          </p:cNvSpPr>
          <p:nvPr>
            <p:ph type="title"/>
          </p:nvPr>
        </p:nvSpPr>
        <p:spPr>
          <a:xfrm>
            <a:off x="608138" y="0"/>
            <a:ext cx="10972800" cy="1325563"/>
          </a:xfrm>
        </p:spPr>
        <p:txBody>
          <a:bodyPr/>
          <a:lstStyle/>
          <a:p>
            <a:r>
              <a:rPr lang="en-US" dirty="0"/>
              <a:t>Model Architecture</a:t>
            </a:r>
          </a:p>
        </p:txBody>
      </p:sp>
      <p:sp>
        <p:nvSpPr>
          <p:cNvPr id="3" name="Content Placeholder 2">
            <a:extLst>
              <a:ext uri="{FF2B5EF4-FFF2-40B4-BE49-F238E27FC236}">
                <a16:creationId xmlns:a16="http://schemas.microsoft.com/office/drawing/2014/main" id="{0542A2A4-DF3B-46A1-6E3F-97F6B8CA898C}"/>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dirty="0"/>
              <a:t>Input Text (max 48 tokens)</a:t>
            </a:r>
          </a:p>
          <a:p>
            <a:pPr marL="0" indent="0">
              <a:buNone/>
            </a:pPr>
            <a:r>
              <a:rPr lang="en-US" dirty="0"/>
              <a:t>        ↓</a:t>
            </a:r>
          </a:p>
          <a:p>
            <a:pPr marL="0" indent="0">
              <a:buNone/>
            </a:pPr>
            <a:r>
              <a:rPr lang="en-US" dirty="0"/>
              <a:t>BERT Encoder (110M parameters, 12 layers)</a:t>
            </a:r>
          </a:p>
          <a:p>
            <a:pPr marL="0" indent="0">
              <a:buNone/>
            </a:pPr>
            <a:r>
              <a:rPr lang="en-US" dirty="0"/>
              <a:t>        ↓</a:t>
            </a:r>
          </a:p>
          <a:p>
            <a:pPr marL="0" indent="0">
              <a:buNone/>
            </a:pPr>
            <a:r>
              <a:rPr lang="en-US" dirty="0"/>
              <a:t>Dropout (0.11)</a:t>
            </a:r>
          </a:p>
          <a:p>
            <a:pPr marL="0" indent="0">
              <a:buNone/>
            </a:pPr>
            <a:r>
              <a:rPr lang="en-US" dirty="0"/>
              <a:t>        ↓</a:t>
            </a:r>
          </a:p>
          <a:p>
            <a:pPr marL="0" indent="0">
              <a:buNone/>
            </a:pPr>
            <a:r>
              <a:rPr lang="en-US" dirty="0"/>
              <a:t>Linear Classifier (768 → 5 emotions)</a:t>
            </a:r>
          </a:p>
          <a:p>
            <a:pPr marL="0" indent="0">
              <a:buNone/>
            </a:pPr>
            <a:r>
              <a:rPr lang="en-US" dirty="0"/>
              <a:t>        ↓</a:t>
            </a:r>
          </a:p>
          <a:p>
            <a:pPr marL="0" indent="0">
              <a:buNone/>
            </a:pPr>
            <a:r>
              <a:rPr lang="en-US" dirty="0"/>
              <a:t>Multi-label Predictions</a:t>
            </a:r>
          </a:p>
        </p:txBody>
      </p:sp>
    </p:spTree>
    <p:extLst>
      <p:ext uri="{BB962C8B-B14F-4D97-AF65-F5344CB8AC3E}">
        <p14:creationId xmlns:p14="http://schemas.microsoft.com/office/powerpoint/2010/main" val="1255103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3C79-28B3-9380-B749-F5EC0FE4D54E}"/>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2B570245-8F88-238D-184F-797A8576556E}"/>
              </a:ext>
            </a:extLst>
          </p:cNvPr>
          <p:cNvSpPr>
            <a:spLocks noChangeArrowheads="1"/>
          </p:cNvSpPr>
          <p:nvPr/>
        </p:nvSpPr>
        <p:spPr bwMode="auto">
          <a:xfrm>
            <a:off x="6172203" y="2631637"/>
            <a:ext cx="5408736" cy="354532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28600" marR="0" lvl="0" indent="-228600" fontAlgn="base">
              <a:lnSpc>
                <a:spcPct val="120000"/>
              </a:lnSpc>
              <a:spcBef>
                <a:spcPts val="1000"/>
              </a:spcBef>
              <a:spcAft>
                <a:spcPct val="0"/>
              </a:spcAft>
              <a:buClr>
                <a:schemeClr val="accent1"/>
              </a:buClr>
              <a:buSzTx/>
              <a:buFont typeface="Arial" panose="020B0604020202020204" pitchFamily="34" charset="0"/>
              <a:buChar char="•"/>
              <a:tabLst/>
            </a:pPr>
            <a:r>
              <a:rPr kumimoji="0" lang="en-US" altLang="en-US" sz="2400" b="1" i="0" u="none" strike="noStrike" cap="none" normalizeH="0" baseline="0" dirty="0" err="1">
                <a:ln>
                  <a:noFill/>
                </a:ln>
                <a:effectLst/>
              </a:rPr>
              <a:t>Optuna</a:t>
            </a:r>
            <a:r>
              <a:rPr kumimoji="0" lang="en-US" altLang="en-US" sz="2400" b="1" i="0" u="none" strike="noStrike" cap="none" normalizeH="0" baseline="0" dirty="0">
                <a:ln>
                  <a:noFill/>
                </a:ln>
                <a:effectLst/>
              </a:rPr>
              <a:t> Search Results (3 trials):</a:t>
            </a:r>
          </a:p>
          <a:p>
            <a:pPr marL="228600" marR="0" lvl="0" indent="-228600" fontAlgn="base">
              <a:lnSpc>
                <a:spcPct val="120000"/>
              </a:lnSpc>
              <a:spcBef>
                <a:spcPts val="1000"/>
              </a:spcBef>
              <a:spcAft>
                <a:spcPct val="0"/>
              </a:spcAft>
              <a:buClr>
                <a:schemeClr val="accent1"/>
              </a:buClr>
              <a:buSzTx/>
              <a:buFont typeface="Arial" panose="020B0604020202020204" pitchFamily="34" charset="0"/>
              <a:buChar char="•"/>
              <a:tabLst/>
            </a:pPr>
            <a:endParaRPr kumimoji="0" lang="en-US" altLang="en-US" sz="2400" b="0" i="0" u="none" strike="noStrike" cap="none" normalizeH="0" baseline="0" dirty="0">
              <a:ln>
                <a:noFill/>
              </a:ln>
              <a:effectLst/>
            </a:endParaRPr>
          </a:p>
          <a:p>
            <a:pPr marL="228600" marR="0" lvl="0" indent="-228600" fontAlgn="base">
              <a:lnSpc>
                <a:spcPct val="120000"/>
              </a:lnSpc>
              <a:spcBef>
                <a:spcPts val="1000"/>
              </a:spcBef>
              <a:spcAft>
                <a:spcPct val="0"/>
              </a:spcAft>
              <a:buClr>
                <a:schemeClr val="accent1"/>
              </a:buClr>
              <a:buSzTx/>
              <a:buFont typeface="Arial" panose="020B0604020202020204" pitchFamily="34" charset="0"/>
              <a:buChar char="•"/>
              <a:tabLst/>
            </a:pPr>
            <a:r>
              <a:rPr kumimoji="0" lang="en-US" altLang="en-US" sz="2400" b="1" i="0" u="none" strike="noStrike" cap="none" normalizeH="0" baseline="0" dirty="0">
                <a:ln>
                  <a:noFill/>
                </a:ln>
                <a:effectLst/>
              </a:rPr>
              <a:t>Impact:</a:t>
            </a:r>
            <a:r>
              <a:rPr kumimoji="0" lang="en-US" altLang="en-US" sz="2400" b="0" i="0" u="none" strike="noStrike" cap="none" normalizeH="0" baseline="0" dirty="0">
                <a:ln>
                  <a:noFill/>
                </a:ln>
                <a:effectLst/>
              </a:rPr>
              <a:t> Baseline 72% → Optimized 88% (+16% improvement)</a:t>
            </a:r>
          </a:p>
        </p:txBody>
      </p:sp>
      <p:sp>
        <p:nvSpPr>
          <p:cNvPr id="6" name="Title 5">
            <a:extLst>
              <a:ext uri="{FF2B5EF4-FFF2-40B4-BE49-F238E27FC236}">
                <a16:creationId xmlns:a16="http://schemas.microsoft.com/office/drawing/2014/main" id="{69A8FF71-5B3D-0BF8-36D8-491DFC1591D9}"/>
              </a:ext>
            </a:extLst>
          </p:cNvPr>
          <p:cNvSpPr>
            <a:spLocks noGrp="1"/>
          </p:cNvSpPr>
          <p:nvPr>
            <p:ph type="title"/>
          </p:nvPr>
        </p:nvSpPr>
        <p:spPr>
          <a:xfrm>
            <a:off x="608138" y="365125"/>
            <a:ext cx="10972800" cy="1325563"/>
          </a:xfrm>
        </p:spPr>
        <p:txBody>
          <a:bodyPr vert="horz" lIns="91440" tIns="45720" rIns="91440" bIns="45720" rtlCol="0" anchor="b">
            <a:normAutofit/>
          </a:bodyPr>
          <a:lstStyle/>
          <a:p>
            <a:r>
              <a:rPr lang="en-US" b="1" kern="1200">
                <a:latin typeface="+mj-lt"/>
                <a:ea typeface="+mj-ea"/>
                <a:cs typeface="+mj-cs"/>
              </a:rPr>
              <a:t>Hyperparameter Optimization</a:t>
            </a:r>
          </a:p>
        </p:txBody>
      </p:sp>
      <p:graphicFrame>
        <p:nvGraphicFramePr>
          <p:cNvPr id="2" name="Content Placeholder 1">
            <a:extLst>
              <a:ext uri="{FF2B5EF4-FFF2-40B4-BE49-F238E27FC236}">
                <a16:creationId xmlns:a16="http://schemas.microsoft.com/office/drawing/2014/main" id="{362504C1-1DB9-00FB-A1CF-A0405DC14923}"/>
              </a:ext>
            </a:extLst>
          </p:cNvPr>
          <p:cNvGraphicFramePr>
            <a:graphicFrameLocks noGrp="1"/>
          </p:cNvGraphicFramePr>
          <p:nvPr>
            <p:ph sz="half" idx="1"/>
            <p:extLst>
              <p:ext uri="{D42A27DB-BD31-4B8C-83A1-F6EECF244321}">
                <p14:modId xmlns:p14="http://schemas.microsoft.com/office/powerpoint/2010/main" val="2211926991"/>
              </p:ext>
            </p:extLst>
          </p:nvPr>
        </p:nvGraphicFramePr>
        <p:xfrm>
          <a:off x="608138" y="2452023"/>
          <a:ext cx="5411664" cy="2716142"/>
        </p:xfrm>
        <a:graphic>
          <a:graphicData uri="http://schemas.openxmlformats.org/drawingml/2006/table">
            <a:tbl>
              <a:tblPr firstRow="1" bandRow="1">
                <a:solidFill>
                  <a:schemeClr val="bg1"/>
                </a:solidFill>
              </a:tblPr>
              <a:tblGrid>
                <a:gridCol w="846557">
                  <a:extLst>
                    <a:ext uri="{9D8B030D-6E8A-4147-A177-3AD203B41FA5}">
                      <a16:colId xmlns:a16="http://schemas.microsoft.com/office/drawing/2014/main" val="1183278191"/>
                    </a:ext>
                  </a:extLst>
                </a:gridCol>
                <a:gridCol w="1094321">
                  <a:extLst>
                    <a:ext uri="{9D8B030D-6E8A-4147-A177-3AD203B41FA5}">
                      <a16:colId xmlns:a16="http://schemas.microsoft.com/office/drawing/2014/main" val="974822273"/>
                    </a:ext>
                  </a:extLst>
                </a:gridCol>
                <a:gridCol w="1280145">
                  <a:extLst>
                    <a:ext uri="{9D8B030D-6E8A-4147-A177-3AD203B41FA5}">
                      <a16:colId xmlns:a16="http://schemas.microsoft.com/office/drawing/2014/main" val="2284991804"/>
                    </a:ext>
                  </a:extLst>
                </a:gridCol>
                <a:gridCol w="1206215">
                  <a:extLst>
                    <a:ext uri="{9D8B030D-6E8A-4147-A177-3AD203B41FA5}">
                      <a16:colId xmlns:a16="http://schemas.microsoft.com/office/drawing/2014/main" val="2994126699"/>
                    </a:ext>
                  </a:extLst>
                </a:gridCol>
                <a:gridCol w="984426">
                  <a:extLst>
                    <a:ext uri="{9D8B030D-6E8A-4147-A177-3AD203B41FA5}">
                      <a16:colId xmlns:a16="http://schemas.microsoft.com/office/drawing/2014/main" val="3918126577"/>
                    </a:ext>
                  </a:extLst>
                </a:gridCol>
              </a:tblGrid>
              <a:tr h="813308">
                <a:tc>
                  <a:txBody>
                    <a:bodyPr/>
                    <a:lstStyle/>
                    <a:p>
                      <a:pPr>
                        <a:buNone/>
                      </a:pPr>
                      <a:r>
                        <a:rPr lang="en-US" sz="1800" b="0" cap="none" spc="0">
                          <a:solidFill>
                            <a:schemeClr val="bg1"/>
                          </a:solidFill>
                        </a:rPr>
                        <a:t>Trial</a:t>
                      </a:r>
                    </a:p>
                  </a:txBody>
                  <a:tcPr marL="149618" marR="115091" marT="115091" marB="11509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800" b="0" cap="none" spc="0" dirty="0">
                          <a:solidFill>
                            <a:schemeClr val="bg1"/>
                          </a:solidFill>
                        </a:rPr>
                        <a:t>Val Loss</a:t>
                      </a:r>
                    </a:p>
                  </a:txBody>
                  <a:tcPr marL="149618" marR="115091" marT="115091" marB="11509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800" b="0" cap="none" spc="0">
                          <a:solidFill>
                            <a:schemeClr val="bg1"/>
                          </a:solidFill>
                        </a:rPr>
                        <a:t>Learning Rate</a:t>
                      </a:r>
                    </a:p>
                  </a:txBody>
                  <a:tcPr marL="149618" marR="115091" marT="115091" marB="11509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800" b="0" cap="none" spc="0" dirty="0">
                          <a:solidFill>
                            <a:schemeClr val="bg1"/>
                          </a:solidFill>
                        </a:rPr>
                        <a:t>Dropout</a:t>
                      </a:r>
                    </a:p>
                  </a:txBody>
                  <a:tcPr marL="149618" marR="115091" marT="115091" marB="11509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buNone/>
                      </a:pPr>
                      <a:r>
                        <a:rPr lang="en-US" sz="1800" b="0" cap="none" spc="0">
                          <a:solidFill>
                            <a:schemeClr val="bg1"/>
                          </a:solidFill>
                        </a:rPr>
                        <a:t>Batch</a:t>
                      </a:r>
                    </a:p>
                  </a:txBody>
                  <a:tcPr marL="149618" marR="115091" marT="115091" marB="11509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555967159"/>
                  </a:ext>
                </a:extLst>
              </a:tr>
              <a:tr h="813308">
                <a:tc>
                  <a:txBody>
                    <a:bodyPr/>
                    <a:lstStyle/>
                    <a:p>
                      <a:pPr>
                        <a:buNone/>
                      </a:pPr>
                      <a:r>
                        <a:rPr lang="en-US" sz="1800" b="1" cap="none" spc="0">
                          <a:solidFill>
                            <a:schemeClr val="tx1"/>
                          </a:solidFill>
                        </a:rPr>
                        <a:t>1</a:t>
                      </a:r>
                      <a:endParaRPr lang="en-US" sz="1800" cap="none" spc="0">
                        <a:solidFill>
                          <a:schemeClr val="tx1"/>
                        </a:solidFill>
                      </a:endParaRPr>
                    </a:p>
                  </a:txBody>
                  <a:tcPr marL="149618" marR="115091" marT="115091" marB="115091"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800" b="1" cap="none" spc="0" dirty="0">
                          <a:solidFill>
                            <a:schemeClr val="tx1"/>
                          </a:solidFill>
                        </a:rPr>
                        <a:t>0.1925</a:t>
                      </a:r>
                      <a:r>
                        <a:rPr lang="en-US" sz="1800" cap="none" spc="0" dirty="0">
                          <a:solidFill>
                            <a:schemeClr val="tx1"/>
                          </a:solidFill>
                        </a:rPr>
                        <a:t> </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800" b="1" cap="none" spc="0" dirty="0">
                          <a:solidFill>
                            <a:schemeClr val="tx1"/>
                          </a:solidFill>
                        </a:rPr>
                        <a:t>1.15e-05</a:t>
                      </a:r>
                      <a:endParaRPr lang="en-US" sz="1800" cap="none" spc="0" dirty="0">
                        <a:solidFill>
                          <a:schemeClr val="tx1"/>
                        </a:solidFill>
                      </a:endParaRP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800" b="1" cap="none" spc="0" dirty="0">
                          <a:solidFill>
                            <a:schemeClr val="tx1"/>
                          </a:solidFill>
                        </a:rPr>
                        <a:t>0.11</a:t>
                      </a:r>
                      <a:endParaRPr lang="en-US" sz="1800" cap="none" spc="0" dirty="0">
                        <a:solidFill>
                          <a:schemeClr val="tx1"/>
                        </a:solidFill>
                      </a:endParaRP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1800" b="1" cap="none" spc="0">
                          <a:solidFill>
                            <a:schemeClr val="tx1"/>
                          </a:solidFill>
                        </a:rPr>
                        <a:t>32</a:t>
                      </a:r>
                      <a:endParaRPr lang="en-US" sz="1800" cap="none" spc="0">
                        <a:solidFill>
                          <a:schemeClr val="tx1"/>
                        </a:solidFill>
                      </a:endParaRPr>
                    </a:p>
                  </a:txBody>
                  <a:tcPr marL="149618" marR="115091" marT="115091" marB="115091"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032719737"/>
                  </a:ext>
                </a:extLst>
              </a:tr>
              <a:tr h="544763">
                <a:tc>
                  <a:txBody>
                    <a:bodyPr/>
                    <a:lstStyle/>
                    <a:p>
                      <a:pPr>
                        <a:buNone/>
                      </a:pPr>
                      <a:r>
                        <a:rPr lang="en-US" sz="1800" cap="none" spc="0">
                          <a:solidFill>
                            <a:schemeClr val="tx1"/>
                          </a:solidFill>
                        </a:rPr>
                        <a:t>0</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800" cap="none" spc="0">
                          <a:solidFill>
                            <a:schemeClr val="tx1"/>
                          </a:solidFill>
                        </a:rPr>
                        <a:t>0.1988</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800" cap="none" spc="0">
                          <a:solidFill>
                            <a:schemeClr val="tx1"/>
                          </a:solidFill>
                        </a:rPr>
                        <a:t>1.08e-05</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800" cap="none" spc="0" dirty="0">
                          <a:solidFill>
                            <a:schemeClr val="tx1"/>
                          </a:solidFill>
                        </a:rPr>
                        <a:t>0.27</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1800" cap="none" spc="0">
                          <a:solidFill>
                            <a:schemeClr val="tx1"/>
                          </a:solidFill>
                        </a:rPr>
                        <a:t>16</a:t>
                      </a:r>
                    </a:p>
                  </a:txBody>
                  <a:tcPr marL="149618" marR="115091" marT="115091" marB="115091"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58587299"/>
                  </a:ext>
                </a:extLst>
              </a:tr>
              <a:tr h="544763">
                <a:tc>
                  <a:txBody>
                    <a:bodyPr/>
                    <a:lstStyle/>
                    <a:p>
                      <a:pPr>
                        <a:buNone/>
                      </a:pPr>
                      <a:r>
                        <a:rPr lang="en-US" sz="1800" cap="none" spc="0">
                          <a:solidFill>
                            <a:schemeClr val="tx1"/>
                          </a:solidFill>
                        </a:rPr>
                        <a:t>2</a:t>
                      </a:r>
                    </a:p>
                  </a:txBody>
                  <a:tcPr marL="149618" marR="115091" marT="115091" marB="115091"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800" cap="none" spc="0">
                          <a:solidFill>
                            <a:schemeClr val="tx1"/>
                          </a:solidFill>
                        </a:rPr>
                        <a:t>0.2146</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800" cap="none" spc="0">
                          <a:solidFill>
                            <a:schemeClr val="tx1"/>
                          </a:solidFill>
                        </a:rPr>
                        <a:t>2.91e-05</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800" cap="none" spc="0">
                          <a:solidFill>
                            <a:schemeClr val="tx1"/>
                          </a:solidFill>
                        </a:rPr>
                        <a:t>0.24</a:t>
                      </a:r>
                    </a:p>
                  </a:txBody>
                  <a:tcPr marL="149618" marR="115091" marT="115091" marB="11509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800" cap="none" spc="0" dirty="0">
                          <a:solidFill>
                            <a:schemeClr val="tx1"/>
                          </a:solidFill>
                        </a:rPr>
                        <a:t>32</a:t>
                      </a:r>
                    </a:p>
                  </a:txBody>
                  <a:tcPr marL="149618" marR="115091" marT="115091" marB="115091"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683576243"/>
                  </a:ext>
                </a:extLst>
              </a:tr>
            </a:tbl>
          </a:graphicData>
        </a:graphic>
      </p:graphicFrame>
    </p:spTree>
    <p:extLst>
      <p:ext uri="{BB962C8B-B14F-4D97-AF65-F5344CB8AC3E}">
        <p14:creationId xmlns:p14="http://schemas.microsoft.com/office/powerpoint/2010/main" val="3476906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24E79-AC1C-0CFB-F9DB-E2878F8613E2}"/>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9900F996-2BBC-1591-5CBA-251BBC2FC112}"/>
              </a:ext>
            </a:extLst>
          </p:cNvPr>
          <p:cNvSpPr>
            <a:spLocks noChangeArrowheads="1"/>
          </p:cNvSpPr>
          <p:nvPr/>
        </p:nvSpPr>
        <p:spPr bwMode="auto">
          <a:xfrm>
            <a:off x="608138" y="2395537"/>
            <a:ext cx="5411662" cy="43745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28600" marR="0" lvl="0" indent="-228600" fontAlgn="base">
              <a:lnSpc>
                <a:spcPct val="120000"/>
              </a:lnSpc>
              <a:spcBef>
                <a:spcPts val="1000"/>
              </a:spcBef>
              <a:spcAft>
                <a:spcPct val="0"/>
              </a:spcAft>
              <a:buClr>
                <a:schemeClr val="accent1"/>
              </a:buClr>
              <a:buSzTx/>
              <a:buFont typeface="Arial" panose="020B0604020202020204" pitchFamily="34" charset="0"/>
              <a:buChar char="•"/>
              <a:tabLst/>
            </a:pPr>
            <a:r>
              <a:rPr kumimoji="0" lang="en-US" altLang="en-US" sz="2400" b="1" i="0" u="none" strike="noStrike" cap="none" normalizeH="0" baseline="0" dirty="0">
                <a:ln>
                  <a:noFill/>
                </a:ln>
                <a:effectLst/>
              </a:rPr>
              <a:t>Performance Across Datasets:</a:t>
            </a:r>
            <a:endParaRPr kumimoji="0" lang="en-US" altLang="en-US" sz="2400" b="0" i="0" u="none" strike="noStrike" cap="none" normalizeH="0" baseline="0" dirty="0">
              <a:ln>
                <a:noFill/>
              </a:ln>
              <a:effectLst/>
            </a:endParaRPr>
          </a:p>
          <a:p>
            <a:pPr marL="228600" marR="0" lvl="0" indent="-228600" fontAlgn="base">
              <a:lnSpc>
                <a:spcPct val="120000"/>
              </a:lnSpc>
              <a:spcBef>
                <a:spcPts val="1000"/>
              </a:spcBef>
              <a:spcAft>
                <a:spcPct val="0"/>
              </a:spcAft>
              <a:buClr>
                <a:schemeClr val="accent1"/>
              </a:buClr>
              <a:buSzTx/>
              <a:buFont typeface="Arial" panose="020B0604020202020204" pitchFamily="34" charset="0"/>
              <a:buChar char="•"/>
              <a:tabLst/>
            </a:pPr>
            <a:r>
              <a:rPr kumimoji="0" lang="en-US" altLang="en-US" sz="2400" b="1" i="0" u="none" strike="noStrike" cap="none" normalizeH="0" baseline="0" dirty="0">
                <a:ln>
                  <a:noFill/>
                </a:ln>
                <a:effectLst/>
              </a:rPr>
              <a:t>Test Metrics:</a:t>
            </a:r>
            <a:r>
              <a:rPr kumimoji="0" lang="en-US" altLang="en-US" sz="2400" b="0" i="0" u="none" strike="noStrike" cap="none" normalizeH="0" baseline="0" dirty="0">
                <a:ln>
                  <a:noFill/>
                </a:ln>
                <a:effectLst/>
              </a:rPr>
              <a:t> Precision 54.29% | Recall 28.25% | F1 36.47%</a:t>
            </a:r>
          </a:p>
          <a:p>
            <a:pPr marL="228600" marR="0" lvl="0" indent="-228600" fontAlgn="base">
              <a:lnSpc>
                <a:spcPct val="120000"/>
              </a:lnSpc>
              <a:spcBef>
                <a:spcPts val="1000"/>
              </a:spcBef>
              <a:spcAft>
                <a:spcPct val="0"/>
              </a:spcAft>
              <a:buClr>
                <a:schemeClr val="accent1"/>
              </a:buClr>
              <a:buSzTx/>
              <a:buFont typeface="Arial" panose="020B0604020202020204" pitchFamily="34" charset="0"/>
              <a:buChar char="•"/>
              <a:tabLst/>
            </a:pPr>
            <a:r>
              <a:rPr kumimoji="0" lang="en-US" altLang="en-US" sz="2400" b="1" i="0" u="none" strike="noStrike" cap="none" normalizeH="0" baseline="0" dirty="0">
                <a:ln>
                  <a:noFill/>
                </a:ln>
                <a:effectLst/>
              </a:rPr>
              <a:t>Analysis:</a:t>
            </a:r>
            <a:r>
              <a:rPr kumimoji="0" lang="en-US" altLang="en-US" sz="2400" b="0" i="0" u="none" strike="noStrike" cap="none" normalizeH="0" baseline="0" dirty="0">
                <a:ln>
                  <a:noFill/>
                </a:ln>
                <a:effectLst/>
              </a:rPr>
              <a:t> 27.6% gap indicates overfitting to validation set</a:t>
            </a:r>
          </a:p>
        </p:txBody>
      </p:sp>
      <p:sp>
        <p:nvSpPr>
          <p:cNvPr id="6" name="Title 5">
            <a:extLst>
              <a:ext uri="{FF2B5EF4-FFF2-40B4-BE49-F238E27FC236}">
                <a16:creationId xmlns:a16="http://schemas.microsoft.com/office/drawing/2014/main" id="{08CE54D1-5413-FDA3-B0C4-EDE5BD78A0F1}"/>
              </a:ext>
            </a:extLst>
          </p:cNvPr>
          <p:cNvSpPr>
            <a:spLocks noGrp="1"/>
          </p:cNvSpPr>
          <p:nvPr>
            <p:ph type="title"/>
          </p:nvPr>
        </p:nvSpPr>
        <p:spPr>
          <a:xfrm>
            <a:off x="608138" y="365125"/>
            <a:ext cx="10972800" cy="1325563"/>
          </a:xfrm>
        </p:spPr>
        <p:txBody>
          <a:bodyPr vert="horz" lIns="91440" tIns="45720" rIns="91440" bIns="45720" rtlCol="0" anchor="b">
            <a:normAutofit/>
          </a:bodyPr>
          <a:lstStyle/>
          <a:p>
            <a:r>
              <a:rPr lang="en-US" b="1" kern="1200">
                <a:latin typeface="+mj-lt"/>
                <a:ea typeface="+mj-ea"/>
                <a:cs typeface="+mj-cs"/>
              </a:rPr>
              <a:t>Training Results</a:t>
            </a:r>
          </a:p>
        </p:txBody>
      </p:sp>
      <p:graphicFrame>
        <p:nvGraphicFramePr>
          <p:cNvPr id="7" name="Content Placeholder 6">
            <a:extLst>
              <a:ext uri="{FF2B5EF4-FFF2-40B4-BE49-F238E27FC236}">
                <a16:creationId xmlns:a16="http://schemas.microsoft.com/office/drawing/2014/main" id="{B92EA8D7-5778-66A3-2A8B-47F41279F200}"/>
              </a:ext>
            </a:extLst>
          </p:cNvPr>
          <p:cNvGraphicFramePr>
            <a:graphicFrameLocks noGrp="1"/>
          </p:cNvGraphicFramePr>
          <p:nvPr>
            <p:ph sz="half" idx="2"/>
            <p:extLst>
              <p:ext uri="{D42A27DB-BD31-4B8C-83A1-F6EECF244321}">
                <p14:modId xmlns:p14="http://schemas.microsoft.com/office/powerpoint/2010/main" val="1545072054"/>
              </p:ext>
            </p:extLst>
          </p:nvPr>
        </p:nvGraphicFramePr>
        <p:xfrm>
          <a:off x="6172203" y="2395537"/>
          <a:ext cx="5408737" cy="3188340"/>
        </p:xfrm>
        <a:graphic>
          <a:graphicData uri="http://schemas.openxmlformats.org/drawingml/2006/table">
            <a:tbl>
              <a:tblPr firstRow="1" bandRow="1">
                <a:solidFill>
                  <a:schemeClr val="tx1">
                    <a:lumMod val="75000"/>
                    <a:lumOff val="25000"/>
                  </a:schemeClr>
                </a:solidFill>
              </a:tblPr>
              <a:tblGrid>
                <a:gridCol w="2039722">
                  <a:extLst>
                    <a:ext uri="{9D8B030D-6E8A-4147-A177-3AD203B41FA5}">
                      <a16:colId xmlns:a16="http://schemas.microsoft.com/office/drawing/2014/main" val="1980286391"/>
                    </a:ext>
                  </a:extLst>
                </a:gridCol>
                <a:gridCol w="1949092">
                  <a:extLst>
                    <a:ext uri="{9D8B030D-6E8A-4147-A177-3AD203B41FA5}">
                      <a16:colId xmlns:a16="http://schemas.microsoft.com/office/drawing/2014/main" val="56029100"/>
                    </a:ext>
                  </a:extLst>
                </a:gridCol>
                <a:gridCol w="1419923">
                  <a:extLst>
                    <a:ext uri="{9D8B030D-6E8A-4147-A177-3AD203B41FA5}">
                      <a16:colId xmlns:a16="http://schemas.microsoft.com/office/drawing/2014/main" val="2070774974"/>
                    </a:ext>
                  </a:extLst>
                </a:gridCol>
              </a:tblGrid>
              <a:tr h="797085">
                <a:tc>
                  <a:txBody>
                    <a:bodyPr/>
                    <a:lstStyle/>
                    <a:p>
                      <a:r>
                        <a:rPr lang="en-US" sz="2600" b="0" cap="none" spc="0">
                          <a:solidFill>
                            <a:schemeClr val="bg1"/>
                          </a:solidFill>
                        </a:rPr>
                        <a:t>Dataset</a:t>
                      </a:r>
                    </a:p>
                  </a:txBody>
                  <a:tcPr marL="218917" marR="168398" marT="168398" marB="168398"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r>
                        <a:rPr lang="en-US" sz="2600" b="0" cap="none" spc="0">
                          <a:solidFill>
                            <a:schemeClr val="bg1"/>
                          </a:solidFill>
                        </a:rPr>
                        <a:t>Accuracy</a:t>
                      </a:r>
                    </a:p>
                  </a:txBody>
                  <a:tcPr marL="218917" marR="168398" marT="168398" marB="168398"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2600" b="0" cap="none" spc="0">
                          <a:solidFill>
                            <a:schemeClr val="bg1"/>
                          </a:solidFill>
                        </a:rPr>
                        <a:t>Loss</a:t>
                      </a:r>
                    </a:p>
                  </a:txBody>
                  <a:tcPr marL="218917" marR="168398" marT="168398" marB="168398"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085281849"/>
                  </a:ext>
                </a:extLst>
              </a:tr>
              <a:tr h="797085">
                <a:tc>
                  <a:txBody>
                    <a:bodyPr/>
                    <a:lstStyle/>
                    <a:p>
                      <a:r>
                        <a:rPr lang="en-US" sz="2600" cap="none" spc="0">
                          <a:solidFill>
                            <a:schemeClr val="bg1"/>
                          </a:solidFill>
                        </a:rPr>
                        <a:t>Training</a:t>
                      </a:r>
                    </a:p>
                  </a:txBody>
                  <a:tcPr marL="218917" marR="168398" marT="168398" marB="168398" anchor="ctr">
                    <a:lnL w="38100" cap="flat" cmpd="sng" algn="ctr">
                      <a:no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2600" cap="none" spc="0">
                          <a:solidFill>
                            <a:schemeClr val="bg1"/>
                          </a:solidFill>
                        </a:rPr>
                        <a:t>94.1%</a:t>
                      </a:r>
                    </a:p>
                  </a:txBody>
                  <a:tcPr marL="218917" marR="168398" marT="168398" marB="16839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2600" cap="none" spc="0">
                          <a:solidFill>
                            <a:schemeClr val="bg1"/>
                          </a:solidFill>
                        </a:rPr>
                        <a:t>0.113</a:t>
                      </a:r>
                    </a:p>
                  </a:txBody>
                  <a:tcPr marL="218917" marR="168398" marT="168398" marB="168398" anchor="ctr">
                    <a:lnL w="6350" cap="flat" cmpd="sng" algn="ctr">
                      <a:solidFill>
                        <a:schemeClr val="tx1">
                          <a:lumMod val="50000"/>
                          <a:lumOff val="50000"/>
                        </a:schemeClr>
                      </a:solidFill>
                      <a:prstDash val="solid"/>
                    </a:lnL>
                    <a:lnR w="38100" cap="flat" cmpd="sng" algn="ctr">
                      <a:no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143085536"/>
                  </a:ext>
                </a:extLst>
              </a:tr>
              <a:tr h="797085">
                <a:tc>
                  <a:txBody>
                    <a:bodyPr/>
                    <a:lstStyle/>
                    <a:p>
                      <a:r>
                        <a:rPr lang="en-US" sz="2600" cap="none" spc="0">
                          <a:solidFill>
                            <a:schemeClr val="bg1"/>
                          </a:solidFill>
                        </a:rPr>
                        <a:t>Validation</a:t>
                      </a:r>
                    </a:p>
                  </a:txBody>
                  <a:tcPr marL="218917" marR="168398" marT="168398" marB="16839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2600" cap="none" spc="0">
                          <a:solidFill>
                            <a:schemeClr val="bg1"/>
                          </a:solidFill>
                        </a:rPr>
                        <a:t>92.65%</a:t>
                      </a:r>
                    </a:p>
                  </a:txBody>
                  <a:tcPr marL="218917" marR="168398" marT="168398" marB="16839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2600" cap="none" spc="0">
                          <a:solidFill>
                            <a:schemeClr val="bg1"/>
                          </a:solidFill>
                        </a:rPr>
                        <a:t>0.170</a:t>
                      </a:r>
                    </a:p>
                  </a:txBody>
                  <a:tcPr marL="218917" marR="168398" marT="168398" marB="168398"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469001684"/>
                  </a:ext>
                </a:extLst>
              </a:tr>
              <a:tr h="797085">
                <a:tc>
                  <a:txBody>
                    <a:bodyPr/>
                    <a:lstStyle/>
                    <a:p>
                      <a:r>
                        <a:rPr lang="en-US" sz="2600" b="1" cap="none" spc="0">
                          <a:solidFill>
                            <a:schemeClr val="bg1"/>
                          </a:solidFill>
                        </a:rPr>
                        <a:t>Test</a:t>
                      </a:r>
                      <a:endParaRPr lang="en-US" sz="2600" cap="none" spc="0">
                        <a:solidFill>
                          <a:schemeClr val="bg1"/>
                        </a:solidFill>
                      </a:endParaRPr>
                    </a:p>
                  </a:txBody>
                  <a:tcPr marL="218917" marR="168398" marT="168398" marB="168398"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r>
                        <a:rPr lang="en-US" sz="2600" b="1" cap="none" spc="0">
                          <a:solidFill>
                            <a:schemeClr val="bg1"/>
                          </a:solidFill>
                        </a:rPr>
                        <a:t>65.06%</a:t>
                      </a:r>
                      <a:endParaRPr lang="en-US" sz="2600" cap="none" spc="0">
                        <a:solidFill>
                          <a:schemeClr val="bg1"/>
                        </a:solidFill>
                      </a:endParaRPr>
                    </a:p>
                  </a:txBody>
                  <a:tcPr marL="218917" marR="168398" marT="168398" marB="16839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r>
                        <a:rPr lang="en-US" sz="2600" b="1" cap="none" spc="0">
                          <a:solidFill>
                            <a:schemeClr val="bg1"/>
                          </a:solidFill>
                        </a:rPr>
                        <a:t>0.201</a:t>
                      </a:r>
                      <a:endParaRPr lang="en-US" sz="2600" cap="none" spc="0">
                        <a:solidFill>
                          <a:schemeClr val="bg1"/>
                        </a:solidFill>
                      </a:endParaRPr>
                    </a:p>
                  </a:txBody>
                  <a:tcPr marL="218917" marR="168398" marT="168398" marB="168398"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38100" cap="flat" cmpd="sng" algn="ctr">
                      <a:noFill/>
                      <a:prstDash val="solid"/>
                    </a:lnB>
                    <a:solidFill>
                      <a:schemeClr val="tx1">
                        <a:lumMod val="75000"/>
                        <a:lumOff val="25000"/>
                      </a:schemeClr>
                    </a:solidFill>
                  </a:tcPr>
                </a:tc>
                <a:extLst>
                  <a:ext uri="{0D108BD9-81ED-4DB2-BD59-A6C34878D82A}">
                    <a16:rowId xmlns:a16="http://schemas.microsoft.com/office/drawing/2014/main" val="3875664451"/>
                  </a:ext>
                </a:extLst>
              </a:tr>
            </a:tbl>
          </a:graphicData>
        </a:graphic>
      </p:graphicFrame>
    </p:spTree>
    <p:extLst>
      <p:ext uri="{BB962C8B-B14F-4D97-AF65-F5344CB8AC3E}">
        <p14:creationId xmlns:p14="http://schemas.microsoft.com/office/powerpoint/2010/main" val="381243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998AA-8980-AD8B-8CA9-6C29CE1EF3C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1BA7409-FFCA-DD13-BF7F-A4B11FC0DC18}"/>
              </a:ext>
            </a:extLst>
          </p:cNvPr>
          <p:cNvSpPr>
            <a:spLocks noGrp="1"/>
          </p:cNvSpPr>
          <p:nvPr>
            <p:ph type="title"/>
          </p:nvPr>
        </p:nvSpPr>
        <p:spPr>
          <a:xfrm>
            <a:off x="608138" y="365125"/>
            <a:ext cx="10972800" cy="1325563"/>
          </a:xfrm>
        </p:spPr>
        <p:txBody>
          <a:bodyPr vert="horz" lIns="91440" tIns="45720" rIns="91440" bIns="45720" rtlCol="0" anchor="b">
            <a:normAutofit/>
          </a:bodyPr>
          <a:lstStyle/>
          <a:p>
            <a:r>
              <a:rPr lang="en-US" dirty="0"/>
              <a:t>Model Training Demo</a:t>
            </a:r>
            <a:endParaRPr lang="en-US" b="1" kern="1200" dirty="0">
              <a:latin typeface="+mj-lt"/>
              <a:ea typeface="+mj-ea"/>
              <a:cs typeface="+mj-cs"/>
            </a:endParaRPr>
          </a:p>
        </p:txBody>
      </p:sp>
      <p:pic>
        <p:nvPicPr>
          <p:cNvPr id="4" name="Demo.mov">
            <a:hlinkClick r:id="" action="ppaction://media"/>
            <a:extLst>
              <a:ext uri="{FF2B5EF4-FFF2-40B4-BE49-F238E27FC236}">
                <a16:creationId xmlns:a16="http://schemas.microsoft.com/office/drawing/2014/main" id="{9AC239FD-ADD9-F719-91A3-7D74638CB4EA}"/>
              </a:ext>
            </a:extLst>
          </p:cNvPr>
          <p:cNvPicPr>
            <a:picLocks noChangeAspect="1"/>
          </p:cNvPicPr>
          <p:nvPr>
            <a:videoFile r:link="rId1"/>
            <p:extLst>
              <p:ext uri="{DAA4B4D4-6D71-4841-9C94-3DE7FCFB9230}">
                <p14:media xmlns:p14="http://schemas.microsoft.com/office/powerpoint/2010/main"/>
              </p:ext>
            </p:extLst>
          </p:nvPr>
        </p:nvPicPr>
        <p:blipFill>
          <a:blip/>
          <a:stretch>
            <a:fillRect/>
          </a:stretch>
        </p:blipFill>
        <p:spPr>
          <a:xfrm>
            <a:off x="1765375" y="1690688"/>
            <a:ext cx="8658326" cy="4720366"/>
          </a:xfrm>
          <a:prstGeom prst="rect">
            <a:avLst/>
          </a:prstGeom>
        </p:spPr>
      </p:pic>
    </p:spTree>
    <p:extLst>
      <p:ext uri="{BB962C8B-B14F-4D97-AF65-F5344CB8AC3E}">
        <p14:creationId xmlns:p14="http://schemas.microsoft.com/office/powerpoint/2010/main" val="56287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727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E9B69-61C0-6D68-F715-7545BD08B3B4}"/>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CB909AAB-D306-8DED-099E-E400DB003BFE}"/>
              </a:ext>
            </a:extLst>
          </p:cNvPr>
          <p:cNvSpPr>
            <a:spLocks noChangeArrowheads="1"/>
          </p:cNvSpPr>
          <p:nvPr/>
        </p:nvSpPr>
        <p:spPr bwMode="auto">
          <a:xfrm>
            <a:off x="608137" y="1560060"/>
            <a:ext cx="10972799" cy="50793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a:lnSpc>
                <a:spcPct val="150000"/>
              </a:lnSpc>
            </a:pPr>
            <a:r>
              <a:rPr lang="en-US" sz="2400" b="1" dirty="0"/>
              <a:t>Strengths:</a:t>
            </a:r>
            <a:endParaRPr lang="en-US" sz="2400" dirty="0"/>
          </a:p>
          <a:p>
            <a:pPr>
              <a:lnSpc>
                <a:spcPct val="150000"/>
              </a:lnSpc>
              <a:buFont typeface="Arial" panose="020B0604020202020204" pitchFamily="34" charset="0"/>
              <a:buChar char="•"/>
            </a:pPr>
            <a:r>
              <a:rPr lang="en-US" sz="2400" dirty="0"/>
              <a:t> Exceeds baseline (20% random → 65% actual)</a:t>
            </a:r>
          </a:p>
          <a:p>
            <a:pPr>
              <a:lnSpc>
                <a:spcPct val="150000"/>
              </a:lnSpc>
              <a:buFont typeface="Arial" panose="020B0604020202020204" pitchFamily="34" charset="0"/>
              <a:buChar char="•"/>
            </a:pPr>
            <a:r>
              <a:rPr lang="en-US" sz="2400" dirty="0"/>
              <a:t> High precision (54%) - reliable predictions</a:t>
            </a:r>
          </a:p>
          <a:p>
            <a:pPr>
              <a:lnSpc>
                <a:spcPct val="150000"/>
              </a:lnSpc>
              <a:buFont typeface="Arial" panose="020B0604020202020204" pitchFamily="34" charset="0"/>
              <a:buChar char="•"/>
            </a:pPr>
            <a:r>
              <a:rPr lang="en-US" sz="2400" dirty="0"/>
              <a:t> Successfully handles multi-label emotions</a:t>
            </a:r>
          </a:p>
          <a:p>
            <a:pPr>
              <a:lnSpc>
                <a:spcPct val="150000"/>
              </a:lnSpc>
            </a:pPr>
            <a:endParaRPr lang="en-US" sz="2400" dirty="0"/>
          </a:p>
          <a:p>
            <a:pPr>
              <a:lnSpc>
                <a:spcPct val="150000"/>
              </a:lnSpc>
            </a:pPr>
            <a:r>
              <a:rPr lang="en-US" sz="2400" b="1" dirty="0"/>
              <a:t>Challenges:</a:t>
            </a:r>
            <a:endParaRPr lang="en-US" sz="2400" dirty="0"/>
          </a:p>
          <a:p>
            <a:pPr>
              <a:lnSpc>
                <a:spcPct val="150000"/>
              </a:lnSpc>
              <a:buFont typeface="Arial" panose="020B0604020202020204" pitchFamily="34" charset="0"/>
              <a:buChar char="•"/>
            </a:pPr>
            <a:r>
              <a:rPr lang="en-US" sz="2400" dirty="0"/>
              <a:t> Overfitting (27.6% validation-test gap)</a:t>
            </a:r>
          </a:p>
          <a:p>
            <a:pPr>
              <a:lnSpc>
                <a:spcPct val="150000"/>
              </a:lnSpc>
              <a:buFont typeface="Arial" panose="020B0604020202020204" pitchFamily="34" charset="0"/>
              <a:buChar char="•"/>
            </a:pPr>
            <a:r>
              <a:rPr lang="en-US" sz="2400" dirty="0"/>
              <a:t> Low recall (28%) - conservative predictions</a:t>
            </a:r>
          </a:p>
          <a:p>
            <a:pPr>
              <a:lnSpc>
                <a:spcPct val="150000"/>
              </a:lnSpc>
              <a:buFont typeface="Arial" panose="020B0604020202020204" pitchFamily="34" charset="0"/>
              <a:buChar char="•"/>
            </a:pPr>
            <a:r>
              <a:rPr lang="en-US" sz="2400" dirty="0"/>
              <a:t> Domain mismatch (Reddit vs journals)</a:t>
            </a:r>
          </a:p>
        </p:txBody>
      </p:sp>
      <p:sp>
        <p:nvSpPr>
          <p:cNvPr id="6" name="Title 5">
            <a:extLst>
              <a:ext uri="{FF2B5EF4-FFF2-40B4-BE49-F238E27FC236}">
                <a16:creationId xmlns:a16="http://schemas.microsoft.com/office/drawing/2014/main" id="{E2B0D88A-4C40-BC92-C07A-3F8B3912EFBD}"/>
              </a:ext>
            </a:extLst>
          </p:cNvPr>
          <p:cNvSpPr>
            <a:spLocks noGrp="1"/>
          </p:cNvSpPr>
          <p:nvPr>
            <p:ph type="title"/>
          </p:nvPr>
        </p:nvSpPr>
        <p:spPr>
          <a:xfrm>
            <a:off x="608137" y="87951"/>
            <a:ext cx="10972800" cy="1325563"/>
          </a:xfrm>
        </p:spPr>
        <p:txBody>
          <a:bodyPr vert="horz" lIns="91440" tIns="45720" rIns="91440" bIns="45720" rtlCol="0" anchor="b">
            <a:normAutofit/>
          </a:bodyPr>
          <a:lstStyle/>
          <a:p>
            <a:r>
              <a:rPr lang="en-US" dirty="0"/>
              <a:t>Key Results &amp; Analysis</a:t>
            </a:r>
            <a:endParaRPr lang="en-US" b="1" kern="1200" dirty="0">
              <a:latin typeface="+mj-lt"/>
              <a:ea typeface="+mj-ea"/>
              <a:cs typeface="+mj-cs"/>
            </a:endParaRPr>
          </a:p>
        </p:txBody>
      </p:sp>
    </p:spTree>
    <p:extLst>
      <p:ext uri="{BB962C8B-B14F-4D97-AF65-F5344CB8AC3E}">
        <p14:creationId xmlns:p14="http://schemas.microsoft.com/office/powerpoint/2010/main" val="422801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A651E-CEFE-58B0-230A-9F0F077DF061}"/>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E93D571A-7405-B1B9-DC1A-8B494670F374}"/>
              </a:ext>
            </a:extLst>
          </p:cNvPr>
          <p:cNvSpPr>
            <a:spLocks noChangeArrowheads="1"/>
          </p:cNvSpPr>
          <p:nvPr/>
        </p:nvSpPr>
        <p:spPr bwMode="auto">
          <a:xfrm>
            <a:off x="608138" y="1954666"/>
            <a:ext cx="10838191" cy="43745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a:lnSpc>
                <a:spcPct val="200000"/>
              </a:lnSpc>
            </a:pPr>
            <a:r>
              <a:rPr lang="en-US" sz="2400" b="1" dirty="0"/>
              <a:t>Technical Limitations:</a:t>
            </a:r>
            <a:endParaRPr lang="en-US" sz="2400" dirty="0"/>
          </a:p>
          <a:p>
            <a:pPr>
              <a:lnSpc>
                <a:spcPct val="200000"/>
              </a:lnSpc>
              <a:buFont typeface="+mj-lt"/>
              <a:buAutoNum type="arabicPeriod"/>
            </a:pPr>
            <a:r>
              <a:rPr lang="en-US" sz="2400" dirty="0"/>
              <a:t>Overfitting to validation set</a:t>
            </a:r>
          </a:p>
          <a:p>
            <a:pPr>
              <a:lnSpc>
                <a:spcPct val="200000"/>
              </a:lnSpc>
              <a:buFont typeface="+mj-lt"/>
              <a:buAutoNum type="arabicPeriod"/>
            </a:pPr>
            <a:r>
              <a:rPr lang="en-US" sz="2400" dirty="0"/>
              <a:t>Low recall on rare emotions</a:t>
            </a:r>
          </a:p>
          <a:p>
            <a:pPr>
              <a:lnSpc>
                <a:spcPct val="200000"/>
              </a:lnSpc>
              <a:buFont typeface="+mj-lt"/>
              <a:buAutoNum type="arabicPeriod"/>
            </a:pPr>
            <a:r>
              <a:rPr lang="en-US" sz="2400" dirty="0"/>
              <a:t>Large model size (437MB)</a:t>
            </a:r>
          </a:p>
          <a:p>
            <a:pPr>
              <a:lnSpc>
                <a:spcPct val="200000"/>
              </a:lnSpc>
              <a:buFont typeface="+mj-lt"/>
              <a:buAutoNum type="arabicPeriod"/>
            </a:pPr>
            <a:r>
              <a:rPr lang="en-US" sz="2400" dirty="0"/>
              <a:t>Domain adaptation needed</a:t>
            </a:r>
          </a:p>
        </p:txBody>
      </p:sp>
      <p:sp>
        <p:nvSpPr>
          <p:cNvPr id="6" name="Title 5">
            <a:extLst>
              <a:ext uri="{FF2B5EF4-FFF2-40B4-BE49-F238E27FC236}">
                <a16:creationId xmlns:a16="http://schemas.microsoft.com/office/drawing/2014/main" id="{BD69EF59-9BAE-380A-D7D8-C6378E8C90F0}"/>
              </a:ext>
            </a:extLst>
          </p:cNvPr>
          <p:cNvSpPr>
            <a:spLocks noGrp="1"/>
          </p:cNvSpPr>
          <p:nvPr>
            <p:ph type="title"/>
          </p:nvPr>
        </p:nvSpPr>
        <p:spPr>
          <a:xfrm>
            <a:off x="608138" y="365125"/>
            <a:ext cx="10972800" cy="1325563"/>
          </a:xfrm>
        </p:spPr>
        <p:txBody>
          <a:bodyPr vert="horz" lIns="91440" tIns="45720" rIns="91440" bIns="45720" rtlCol="0" anchor="b">
            <a:normAutofit/>
          </a:bodyPr>
          <a:lstStyle/>
          <a:p>
            <a:r>
              <a:rPr lang="en-US" b="1" kern="1200" dirty="0">
                <a:latin typeface="+mj-lt"/>
                <a:ea typeface="+mj-ea"/>
                <a:cs typeface="+mj-cs"/>
              </a:rPr>
              <a:t>Limitation </a:t>
            </a:r>
          </a:p>
        </p:txBody>
      </p:sp>
    </p:spTree>
    <p:extLst>
      <p:ext uri="{BB962C8B-B14F-4D97-AF65-F5344CB8AC3E}">
        <p14:creationId xmlns:p14="http://schemas.microsoft.com/office/powerpoint/2010/main" val="458507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9CB4D-72D3-DE96-6FAF-568C9E0199BB}"/>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0299EB88-2FB0-5BC5-FEBE-69EB9FBBE571}"/>
              </a:ext>
            </a:extLst>
          </p:cNvPr>
          <p:cNvSpPr>
            <a:spLocks noChangeArrowheads="1"/>
          </p:cNvSpPr>
          <p:nvPr/>
        </p:nvSpPr>
        <p:spPr bwMode="auto">
          <a:xfrm>
            <a:off x="608138" y="1954666"/>
            <a:ext cx="10838191" cy="43745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lnSpcReduction="10000"/>
          </a:bodyPr>
          <a:lstStyle/>
          <a:p>
            <a:pPr>
              <a:lnSpc>
                <a:spcPct val="200000"/>
              </a:lnSpc>
              <a:buFont typeface="Arial" panose="020B0604020202020204" pitchFamily="34" charset="0"/>
              <a:buChar char="•"/>
            </a:pPr>
            <a:r>
              <a:rPr lang="en-US" sz="2400" dirty="0"/>
              <a:t> Reduce overfitting</a:t>
            </a:r>
          </a:p>
          <a:p>
            <a:pPr>
              <a:lnSpc>
                <a:spcPct val="200000"/>
              </a:lnSpc>
              <a:buFont typeface="Arial" panose="020B0604020202020204" pitchFamily="34" charset="0"/>
              <a:buChar char="•"/>
            </a:pPr>
            <a:r>
              <a:rPr lang="en-US" sz="2400" dirty="0"/>
              <a:t> Data augmentation for rare emotions</a:t>
            </a:r>
          </a:p>
          <a:p>
            <a:pPr>
              <a:lnSpc>
                <a:spcPct val="200000"/>
              </a:lnSpc>
              <a:buFont typeface="Arial" panose="020B0604020202020204" pitchFamily="34" charset="0"/>
              <a:buChar char="•"/>
            </a:pPr>
            <a:r>
              <a:rPr lang="en-US" sz="2400" dirty="0"/>
              <a:t> Model compression </a:t>
            </a:r>
          </a:p>
          <a:p>
            <a:pPr>
              <a:lnSpc>
                <a:spcPct val="200000"/>
              </a:lnSpc>
              <a:buFont typeface="Arial" panose="020B0604020202020204" pitchFamily="34" charset="0"/>
              <a:buChar char="•"/>
            </a:pPr>
            <a:r>
              <a:rPr lang="en-US" sz="2400" dirty="0"/>
              <a:t> Fine-tune on real journal entries</a:t>
            </a:r>
          </a:p>
          <a:p>
            <a:pPr>
              <a:lnSpc>
                <a:spcPct val="200000"/>
              </a:lnSpc>
              <a:buFont typeface="Arial" panose="020B0604020202020204" pitchFamily="34" charset="0"/>
              <a:buChar char="•"/>
            </a:pPr>
            <a:r>
              <a:rPr lang="en-US" sz="2400" dirty="0"/>
              <a:t> Expand to 28 emotions</a:t>
            </a:r>
          </a:p>
          <a:p>
            <a:pPr>
              <a:lnSpc>
                <a:spcPct val="200000"/>
              </a:lnSpc>
              <a:buFont typeface="Arial" panose="020B0604020202020204" pitchFamily="34" charset="0"/>
              <a:buChar char="•"/>
            </a:pPr>
            <a:r>
              <a:rPr lang="en-US" sz="2400" dirty="0"/>
              <a:t> Personalized user models</a:t>
            </a:r>
          </a:p>
        </p:txBody>
      </p:sp>
      <p:sp>
        <p:nvSpPr>
          <p:cNvPr id="6" name="Title 5">
            <a:extLst>
              <a:ext uri="{FF2B5EF4-FFF2-40B4-BE49-F238E27FC236}">
                <a16:creationId xmlns:a16="http://schemas.microsoft.com/office/drawing/2014/main" id="{781A4EA8-0252-E7BA-DA83-1C962F1EBAE3}"/>
              </a:ext>
            </a:extLst>
          </p:cNvPr>
          <p:cNvSpPr>
            <a:spLocks noGrp="1"/>
          </p:cNvSpPr>
          <p:nvPr>
            <p:ph type="title"/>
          </p:nvPr>
        </p:nvSpPr>
        <p:spPr>
          <a:xfrm>
            <a:off x="608138" y="365125"/>
            <a:ext cx="10972800" cy="1325563"/>
          </a:xfrm>
        </p:spPr>
        <p:txBody>
          <a:bodyPr vert="horz" lIns="91440" tIns="45720" rIns="91440" bIns="45720" rtlCol="0" anchor="b">
            <a:normAutofit/>
          </a:bodyPr>
          <a:lstStyle/>
          <a:p>
            <a:r>
              <a:rPr lang="en-US" b="1" kern="1200" dirty="0">
                <a:latin typeface="+mj-lt"/>
                <a:ea typeface="+mj-ea"/>
                <a:cs typeface="+mj-cs"/>
              </a:rPr>
              <a:t>Future Improvements</a:t>
            </a:r>
          </a:p>
        </p:txBody>
      </p:sp>
    </p:spTree>
    <p:extLst>
      <p:ext uri="{BB962C8B-B14F-4D97-AF65-F5344CB8AC3E}">
        <p14:creationId xmlns:p14="http://schemas.microsoft.com/office/powerpoint/2010/main" val="3665784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3DC0F2-6294-F7AA-0975-9D509AE29607}"/>
              </a:ext>
            </a:extLst>
          </p:cNvPr>
          <p:cNvSpPr>
            <a:spLocks noGrp="1"/>
          </p:cNvSpPr>
          <p:nvPr>
            <p:ph type="title"/>
          </p:nvPr>
        </p:nvSpPr>
        <p:spPr/>
        <p:txBody>
          <a:bodyPr>
            <a:normAutofit/>
          </a:bodyPr>
          <a:lstStyle/>
          <a:p>
            <a:r>
              <a:rPr lang="en-US" sz="19900" dirty="0"/>
              <a:t>Q&amp;A</a:t>
            </a:r>
          </a:p>
        </p:txBody>
      </p:sp>
      <p:sp>
        <p:nvSpPr>
          <p:cNvPr id="3" name="Text Placeholder 2">
            <a:extLst>
              <a:ext uri="{FF2B5EF4-FFF2-40B4-BE49-F238E27FC236}">
                <a16:creationId xmlns:a16="http://schemas.microsoft.com/office/drawing/2014/main" id="{BAC2C01E-EFD4-15C8-C59D-D2ACCCEA4707}"/>
              </a:ext>
            </a:extLst>
          </p:cNvPr>
          <p:cNvSpPr>
            <a:spLocks noGrp="1"/>
          </p:cNvSpPr>
          <p:nvPr>
            <p:ph type="body" sz="quarter" idx="13"/>
          </p:nvPr>
        </p:nvSpPr>
        <p:spPr/>
        <p:txBody>
          <a:bodyPr>
            <a:normAutofit/>
          </a:bodyPr>
          <a:lstStyle/>
          <a:p>
            <a:r>
              <a:rPr lang="en-US" sz="2800" dirty="0"/>
              <a:t>- Ask me whatever questions you may have</a:t>
            </a:r>
          </a:p>
        </p:txBody>
      </p:sp>
    </p:spTree>
    <p:extLst>
      <p:ext uri="{BB962C8B-B14F-4D97-AF65-F5344CB8AC3E}">
        <p14:creationId xmlns:p14="http://schemas.microsoft.com/office/powerpoint/2010/main" val="50519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E9BF-28A0-D2A7-8F62-E4FCC627E509}"/>
              </a:ext>
            </a:extLst>
          </p:cNvPr>
          <p:cNvSpPr>
            <a:spLocks noGrp="1"/>
          </p:cNvSpPr>
          <p:nvPr>
            <p:ph type="title"/>
          </p:nvPr>
        </p:nvSpPr>
        <p:spPr>
          <a:xfrm>
            <a:off x="529468" y="2533473"/>
            <a:ext cx="5566532" cy="1791054"/>
          </a:xfrm>
        </p:spPr>
        <p:txBody>
          <a:bodyPr/>
          <a:lstStyle/>
          <a:p>
            <a:r>
              <a:rPr lang="en-US" dirty="0" err="1"/>
              <a:t>ThankYou</a:t>
            </a:r>
            <a:r>
              <a:rPr lang="en-US" dirty="0"/>
              <a:t> </a:t>
            </a:r>
          </a:p>
        </p:txBody>
      </p:sp>
    </p:spTree>
    <p:extLst>
      <p:ext uri="{BB962C8B-B14F-4D97-AF65-F5344CB8AC3E}">
        <p14:creationId xmlns:p14="http://schemas.microsoft.com/office/powerpoint/2010/main" val="3799544665"/>
      </p:ext>
    </p:extLst>
  </p:cSld>
  <p:clrMapOvr>
    <a:masterClrMapping/>
  </p:clrMapOvr>
</p:sld>
</file>

<file path=ppt/theme/theme1.xml><?xml version="1.0" encoding="utf-8"?>
<a:theme xmlns:a="http://schemas.openxmlformats.org/drawingml/2006/main" name="TXST Light">
  <a:themeElements>
    <a:clrScheme name="TXST">
      <a:dk1>
        <a:srgbClr val="363434"/>
      </a:dk1>
      <a:lt1>
        <a:srgbClr val="FFFFFF"/>
      </a:lt1>
      <a:dk2>
        <a:srgbClr val="501214"/>
      </a:dk2>
      <a:lt2>
        <a:srgbClr val="F5F1EE"/>
      </a:lt2>
      <a:accent1>
        <a:srgbClr val="AC9155"/>
      </a:accent1>
      <a:accent2>
        <a:srgbClr val="EB2E47"/>
      </a:accent2>
      <a:accent3>
        <a:srgbClr val="EBBA45"/>
      </a:accent3>
      <a:accent4>
        <a:srgbClr val="6EA095"/>
      </a:accent4>
      <a:accent5>
        <a:srgbClr val="EA664D"/>
      </a:accent5>
      <a:accent6>
        <a:srgbClr val="007096"/>
      </a:accent6>
      <a:hlink>
        <a:srgbClr val="007096"/>
      </a:hlink>
      <a:folHlink>
        <a:srgbClr val="26672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XST Light" id="{3DCDD510-7904-B74A-8922-59513742C84D}" vid="{3CF22F8D-25A6-7347-A67B-78837EA981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C16A8E893BEA94CBBF2263B6495CF7C" ma:contentTypeVersion="15" ma:contentTypeDescription="Create a new document." ma:contentTypeScope="" ma:versionID="e538cd44abb7a8882565b19cb87cc6df">
  <xsd:schema xmlns:xsd="http://www.w3.org/2001/XMLSchema" xmlns:xs="http://www.w3.org/2001/XMLSchema" xmlns:p="http://schemas.microsoft.com/office/2006/metadata/properties" xmlns:ns2="12fa6d96-4300-4a78-8104-372a69772060" xmlns:ns3="5f9efd60-91f6-4699-b517-a26acc9da5ac" targetNamespace="http://schemas.microsoft.com/office/2006/metadata/properties" ma:root="true" ma:fieldsID="86411e3c0976b5467c26c4856fd89904" ns2:_="" ns3:_="">
    <xsd:import namespace="12fa6d96-4300-4a78-8104-372a69772060"/>
    <xsd:import namespace="5f9efd60-91f6-4699-b517-a26acc9da5a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fa6d96-4300-4a78-8104-372a697720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83a692e8-e48a-48e7-a779-d106e04dcfd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f9efd60-91f6-4699-b517-a26acc9da5a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d8e29d0-17b1-4d33-addc-b55b3218264a}" ma:internalName="TaxCatchAll" ma:showField="CatchAllData" ma:web="5f9efd60-91f6-4699-b517-a26acc9da5a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f9efd60-91f6-4699-b517-a26acc9da5ac" xsi:nil="true"/>
    <lcf76f155ced4ddcb4097134ff3c332f xmlns="12fa6d96-4300-4a78-8104-372a6977206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F113E3F-0FBA-4077-AF2F-9563E8FA16D3}">
  <ds:schemaRefs>
    <ds:schemaRef ds:uri="http://schemas.microsoft.com/sharepoint/v3/contenttype/forms"/>
  </ds:schemaRefs>
</ds:datastoreItem>
</file>

<file path=customXml/itemProps2.xml><?xml version="1.0" encoding="utf-8"?>
<ds:datastoreItem xmlns:ds="http://schemas.openxmlformats.org/officeDocument/2006/customXml" ds:itemID="{7763885E-9EB1-4E6B-9630-FE1D6A5B10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fa6d96-4300-4a78-8104-372a69772060"/>
    <ds:schemaRef ds:uri="5f9efd60-91f6-4699-b517-a26acc9da5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A2772D-6AB4-4303-A60A-4872810885EA}">
  <ds:schemaRefs>
    <ds:schemaRef ds:uri="5f9efd60-91f6-4699-b517-a26acc9da5ac"/>
    <ds:schemaRef ds:uri="http://purl.org/dc/elements/1.1/"/>
    <ds:schemaRef ds:uri="http://purl.org/dc/terms/"/>
    <ds:schemaRef ds:uri="http://purl.org/dc/dcmitype/"/>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366bb94d-ed52-48c4-977f-e7160257263f"/>
    <ds:schemaRef ds:uri="12fa6d96-4300-4a78-8104-372a69772060"/>
  </ds:schemaRefs>
</ds:datastoreItem>
</file>

<file path=docProps/app.xml><?xml version="1.0" encoding="utf-8"?>
<Properties xmlns="http://schemas.openxmlformats.org/officeDocument/2006/extended-properties" xmlns:vt="http://schemas.openxmlformats.org/officeDocument/2006/docPropsVTypes">
  <Template>TXST Light</Template>
  <TotalTime>1969</TotalTime>
  <Words>366</Words>
  <Application>Microsoft Macintosh PowerPoint</Application>
  <PresentationFormat>Widescreen</PresentationFormat>
  <Paragraphs>107</Paragraphs>
  <Slides>12</Slides>
  <Notes>11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TXST Light</vt:lpstr>
      <vt:lpstr>Multi-Label Emotion Classification for Digital Journaling Applications</vt:lpstr>
      <vt:lpstr>Problem Statement</vt:lpstr>
      <vt:lpstr>System Architecture</vt:lpstr>
      <vt:lpstr>Model Architecture</vt:lpstr>
      <vt:lpstr>Hyperparameter Optimization</vt:lpstr>
      <vt:lpstr>Training Results</vt:lpstr>
      <vt:lpstr>Model Training Demo</vt:lpstr>
      <vt:lpstr>Key Results &amp; Analysis</vt:lpstr>
      <vt:lpstr>Limitation </vt:lpstr>
      <vt:lpstr>Future Improvements</vt:lpstr>
      <vt:lpstr>Q&amp;A</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EFFECTIVE PRESENTATIONS</dc:title>
  <dc:creator>Murphy, Alison R</dc:creator>
  <cp:lastModifiedBy>Dhakal, Aakriti</cp:lastModifiedBy>
  <cp:revision>8</cp:revision>
  <dcterms:created xsi:type="dcterms:W3CDTF">2024-06-11T19:36:44Z</dcterms:created>
  <dcterms:modified xsi:type="dcterms:W3CDTF">2025-12-03T21:30:38Z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0x010100FC16A8E893BEA94CBBF2263B6495CF7C</vt:lpwstr>
  </property>
  <property fmtid="{D5CDD505-2E9C-101B-9397-08002B2CF9AE}" pid="3" name="MediaServiceImageTags">
    <vt:lpwstr/>
  </property>
</Properties>
</file>